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xchannel-dashboard-demo.vercel.app" TargetMode="External"/><Relationship Id="rId2" Type="http://schemas.openxmlformats.org/officeDocument/2006/relationships/hyperlink" Target="https://xchannel-dashboard-demo.vercel.app/xchannel-presentasi.pdf" TargetMode="External"/><Relationship Id="rId3" Type="http://schemas.openxmlformats.org/officeDocument/2006/relationships/hyperlink" Target="https://xchannel-dashboard-demo.vercel.app/xchannel-presentasi.pptx" TargetMode="External"/><Relationship Id="rId4" Type="http://schemas.openxmlformats.org/officeDocument/2006/relationships/hyperlink" Target="https://xchannel.id/radio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s/.xc-work/shots/radio-t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09360" y="0"/>
            <a:ext cx="5879592" cy="6858000"/>
          </a:xfrm>
          <a:prstGeom prst="rect">
            <a:avLst/>
          </a:prstGeom>
          <a:solidFill>
            <a:srgbClr val="1B2430">
              <a:alpha val="45000"/>
            </a:srgbClr>
          </a:solidFill>
          <a:ln w="12700">
            <a:solidFill>
              <a:srgbClr val="1B243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31520" y="18288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XChannel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731520" y="29260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5DA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lokal di beberapa kota: dashboard jadwal siaran dan desain sistemnya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731520" y="5120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Enrico Saputra  |  Backend developer (dashboard Laravel)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31520" y="553212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C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Kode dan data klien bersifat privat. Demo ini membangun ulang bagian radio dari dashboard dengan model data asli dan data karangan.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Produk aslinya: xchannel.id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pic>
        <p:nvPicPr>
          <p:cNvPr id="4" name="Image 0" descr="/workspaces/.xc-work/shots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5440680" cy="26917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188720"/>
            <a:ext cx="5440680" cy="2691705"/>
          </a:xfrm>
          <a:prstGeom prst="rect">
            <a:avLst/>
          </a:prstGeom>
          <a:ln w="9525">
            <a:solidFill>
              <a:srgbClr val="C9CED6"/>
            </a:solidFill>
            <a:prstDash val="solid"/>
          </a:ln>
        </p:spPr>
      </p:sp>
      <p:pic>
        <p:nvPicPr>
          <p:cNvPr id="6" name="Image 1" descr="/workspaces/.xc-work/shots/rad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188720"/>
            <a:ext cx="5440680" cy="269170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172200" y="1188720"/>
            <a:ext cx="5440680" cy="2691705"/>
          </a:xfrm>
          <a:prstGeom prst="rect">
            <a:avLst/>
          </a:prstGeom>
          <a:ln w="9525">
            <a:solidFill>
              <a:srgbClr val="C9CED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48640" y="3971865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Beranda: radio, podcast, people, dan berita dalam satu aplikasi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172200" y="3971865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Xradio: daftar stasiun per kota dan program yang sedang diputar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548640" y="44805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ditampilkan halaman Xradio (stasiun, program, penyiar, jadwal) dikelola dari dashboard Laravel. Bagian itulah yang dibangun ulang di demo ini.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48640" y="5394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Tangkapan layar xchannel.id, Oktober 2026.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Apa yang dikerjakan produknya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XChannel menyiarkan radio lokal di beberapa kota. Aplikasinya memutar stream tiap stasiun dan menampilkan program yang sedang mengudara, penyiarnya, dan jadwal minggu ini.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Bagian saya: dashboard admin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926080"/>
            <a:ext cx="6583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Stasiun: kota, frekuensi, URL stream, status stream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dan penyiar (master data)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Jadwal mingguan per stasiun, yang dibaca aplikasi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Podcast, tangga lagu, video, berita: ada di dashboard yang sama, tidak dibahas di demo ini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772400" y="1188720"/>
            <a:ext cx="3840480" cy="118872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18872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9418320" y="118872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stasiun di xchannel.id hari ini; demo memakai 6 stasiun karangan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0" y="2606040"/>
            <a:ext cx="3840480" cy="118872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0" y="2606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→ 1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9418320" y="26060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 jadwal per kota di skema produksi, satu tabel di demo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772400" y="4023360"/>
            <a:ext cx="3840480" cy="118872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0" y="40233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418320" y="40233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 yang kosong diisi musik otomatis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Gambaran sistem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219456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Aplikasi XChannel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840480" y="1371600"/>
            <a:ext cx="20116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0" y="1371600"/>
            <a:ext cx="201168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766560" y="219456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0" y="2194560"/>
            <a:ext cx="20116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509760" y="219456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09760" y="2194560"/>
            <a:ext cx="21945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Laravel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(bagian saya)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301752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17520"/>
            <a:ext cx="219456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radio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926080" y="1691640"/>
            <a:ext cx="914400" cy="914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852160" y="1691640"/>
            <a:ext cx="914400" cy="777240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H="1">
            <a:off x="8778240" y="2560320"/>
            <a:ext cx="731520" cy="914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828800" y="2011680"/>
            <a:ext cx="914" cy="1005840"/>
          </a:xfrm>
          <a:prstGeom prst="line">
            <a:avLst/>
          </a:prstGeom>
          <a:noFill/>
          <a:ln w="15875">
            <a:solidFill>
              <a:srgbClr val="6B7480"/>
            </a:solidFill>
            <a:prstDash val="dash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92024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dengar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3566160" cy="182880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343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Satu database, dua pembaca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1520" y="475488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menulis stasiun, program dan jadwal. Aplikasi membaca tabel yang sama lewat API.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297680" y="4206240"/>
            <a:ext cx="3566160" cy="182880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0" y="4343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Jadwal adalah kontrak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480560" y="475488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Kalau jadwal bentrok atau formatnya kacau, aplikasi menampilkan program yang salah. Aturannya harus dijaga saat data disimpan.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46720" y="4206240"/>
            <a:ext cx="3566160" cy="182880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0" y="4343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Waktu lokal: WIB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29600" y="475488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 stasiun di zona WIB. Aplikasi bertanya: apa yang mengudara sekarang?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data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2651760" cy="41148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83080"/>
            <a:ext cx="2468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name, city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frequency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stream_url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stream_status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is_active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54880" y="1280160"/>
            <a:ext cx="2651760" cy="411480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1280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schedule_slots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691640"/>
            <a:ext cx="2651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78308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station_id  → stations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show_id     → shows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day_of_week 1..7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starts_at   0..1440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ends_at     0..1440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869680" y="1280160"/>
            <a:ext cx="2651760" cy="41148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0" y="1280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869680" y="169164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06840" y="178308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is_active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869680" y="3840480"/>
            <a:ext cx="2651760" cy="41148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69680" y="38404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869680" y="4251960"/>
            <a:ext cx="26517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06840" y="43434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name, bio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is_active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54880" y="3840480"/>
            <a:ext cx="2651760" cy="41148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38404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host_show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54880" y="4251960"/>
            <a:ext cx="2651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43434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show_id → shows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host_id → hosts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91840" y="2194560"/>
            <a:ext cx="1463040" cy="914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H="1">
            <a:off x="7406640" y="2194560"/>
            <a:ext cx="1463040" cy="914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406640" y="4297680"/>
            <a:ext cx="1463040" cy="914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7406640" y="3017520"/>
            <a:ext cx="1463040" cy="1051560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640080" y="54864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Indeks (station_id, day_of_week, starts_at) melayani cek bentrok dan "apa yang mengudara sekarang".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Hapus dibatasi (restrict): program yang masih terjadwal tidak bisa dihapus, hanya dinonaktifkan.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Dari tabel per kota ke satu tabel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120640" cy="393192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Produksi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4663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radio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nama_radio, url_radio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api_jadwal = 'jadwal_radio_woman'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jdwl_radio_bandung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jdwl_radio_surabaya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jdwl_radio_suramadu  ... 7 tables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judul_siaran, hari_siaran,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waktu_siaran, penyiar (text)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42976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Stasiun baru = tabel baru. Nama tabel disimpan sebagai teks, dan satu di antaranya tidak cocok dengan tabel aslinya. Kota Solo punya tabel jadwal tapi tidak punya baris radio.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92240" y="1280160"/>
            <a:ext cx="5120640" cy="393192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20840" y="14173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720840" y="1874520"/>
            <a:ext cx="4663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id, name, city, frequency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schedule_slots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station_id  -&gt; stations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show_id     -&gt; shows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day_of_week, starts_at, ends_at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host_show (show_id, host_id)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720840" y="42976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Stasiun baru = satu baris. Foreign key menjaga relasi; satu query untuk semua kota.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715000" y="3200400"/>
            <a:ext cx="731520" cy="914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Migrasi bertahap: isi tabel baru dari tabel lama, buat view per kota untuk API lama, pindahkan pembaca satu per satu, lalu hapus tabel lama.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Waktu sebagai angka, bukan teks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Isi kolom hari dan jam di produksi: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91640"/>
            <a:ext cx="17373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'senin-jumat'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23160" y="16916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23160" y="1691640"/>
            <a:ext cx="17373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'Senin- Jumat'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97680" y="16916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1691640"/>
            <a:ext cx="17373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'Monday-Friday'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3317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331720"/>
            <a:ext cx="17373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'6:00 AM - 10:00 AM'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23160" y="23317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3160" y="2331720"/>
            <a:ext cx="17373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'08.00-09.00'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23317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97680" y="2331720"/>
            <a:ext cx="17373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'20:00-24:00'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30632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bisa diurutkan, dicari, atau dicek bentrok tanpa mem-parse teks bebas.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0" y="1188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 demo: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83680" y="169164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day_of_week: 1 = Senin ... 7 = Minggu (ISO)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starts_at, ends_at: menit sejak tengah malam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07:30 = 450, 24:00 = 1440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Senin-Jumat = lima baris, satu per hari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hanya menerima HH:MM; '6:00 AM', '08.00', '25:00' ditolak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931920"/>
            <a:ext cx="11064240" cy="210312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069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 slot bentrok jika masing-masing mulai sebelum yang lain selesai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77240" y="45262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starts_at &lt; :end  AND  ends_at &gt; :start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77240" y="5074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Perbandingan integer biasa, dibantu indeks. Bersentuhan (10:00 lalu 10:00) tidak dianggap bentrok, jadi program bisa berurutan.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Aturan bentrok saat menyimpan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377440" y="12344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00:00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20540" y="12344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06:00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629400" y="12344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938260" y="12344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881360" y="12344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24:00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Senin, Jakarta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77440" y="1554480"/>
            <a:ext cx="9235440" cy="411480"/>
          </a:xfrm>
          <a:prstGeom prst="rect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95444" y="1591056"/>
            <a:ext cx="1520952" cy="33832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13732" y="1554480"/>
            <a:ext cx="1484376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 Jakarta 06:00 - 10:00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34684" y="1591056"/>
            <a:ext cx="1136142" cy="33832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52972" y="1554480"/>
            <a:ext cx="1099566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 Makan Siang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23774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Baru: 09:00 - 11:00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377440" y="2377440"/>
            <a:ext cx="9235440" cy="411480"/>
          </a:xfrm>
          <a:prstGeom prst="rect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49874" y="2414016"/>
            <a:ext cx="751332" cy="338328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68162" y="2377440"/>
            <a:ext cx="714756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Ngobrol Komunitas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77440" y="2834640"/>
            <a:ext cx="9235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Ditolak: Senin 09:00 - 11:00 bentrok dengan "Pagi Jakarta" (06:00 - 10:00).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Baru: 13:00 - 14:00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377440" y="3291840"/>
            <a:ext cx="9235440" cy="411480"/>
          </a:xfrm>
          <a:prstGeom prst="rect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89114" y="3328416"/>
            <a:ext cx="366522" cy="338328"/>
          </a:xfrm>
          <a:prstGeom prst="rect">
            <a:avLst/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7402" y="3291840"/>
            <a:ext cx="329946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377440" y="3749040"/>
            <a:ext cx="9235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Boleh: mulai tepat saat program sebelumnya selesai.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389120"/>
            <a:ext cx="3566160" cy="169164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526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Pesan yang jelas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31520" y="49377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menyebut hari, jam, dan nama program yang menghalangi, jadi admin tahu apa yang harus dipindah.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297680" y="4389120"/>
            <a:ext cx="3566160" cy="169164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80560" y="4526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Semua hari atau tidak sama sekali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480560" y="49377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form bisa menjadwalkan Senin-Jumat. Kalau satu hari bentrok, tidak ada yang disimpan (transaksi).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0" y="4389120"/>
            <a:ext cx="3566160" cy="169164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0" y="4526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Lewat tengah malam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229600" y="49377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berakhir paling lambat 24:00. Begadang Jumat 22:00-02:00 menjadi dua slot: Jumat sampai 24:00, Sabtu dari 00:00.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Mengudara, berikutnya, dan jam kosong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00:00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948940" y="11887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06:00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715000" y="11887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81060" y="11887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881360" y="11887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24:00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463040"/>
            <a:ext cx="11064240" cy="548640"/>
          </a:xfrm>
          <a:prstGeom prst="rect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23844" y="1499616"/>
            <a:ext cx="1825752" cy="47548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42132" y="1463040"/>
            <a:ext cx="1789176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 Banten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933944" y="1499616"/>
            <a:ext cx="1364742" cy="47548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2232" y="1463040"/>
            <a:ext cx="1328166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Jalan Pulang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67225" y="1389888"/>
            <a:ext cx="914" cy="694944"/>
          </a:xfrm>
          <a:prstGeom prst="line">
            <a:avLst/>
          </a:prstGeom>
          <a:noFill/>
          <a:ln w="25400">
            <a:solidFill>
              <a:srgbClr val="E11D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103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XChannel Banten, Senin 08:30 (garis merah = sekarang). Bagian abu-abu = tidak ada program: stasiun memutar musik otomatis.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2743200"/>
            <a:ext cx="3566160" cy="219456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Mengudara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32918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hari ini dengan start &lt;= menit sekarang &lt; end. Satu query dengan indeks.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97680" y="2743200"/>
            <a:ext cx="3566160" cy="219456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056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Berikutnya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480560" y="32918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pertama setelah sekarang; kalau hari ini sudah habis, lanjut ke hari berikutnya, sampai seminggu ke depan (Minggu → Senin).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046720" y="2743200"/>
            <a:ext cx="3566160" cy="219456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Jam kosong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229600" y="32918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Celah antar slot dihitung dari jadwal, bukan disimpan. Dashboard menampilkan berapa jam per minggu yang masih musik otomatis.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punya pemilih hari dan jam, jadi saat presentasi kita bisa melihat kondisi di jam berapa pun dalam seminggu.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Keputusan yang layak didiskusikan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40680" cy="224028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Menit, bukan tipe TIME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5074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24:00 tidak valid di kolom TIME, dan aritmetika integer sama di MySQL, PostgreSQL dan SQLite.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72200" y="1234440"/>
            <a:ext cx="5440680" cy="224028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37160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Pisah di tengah malam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355080" y="1783080"/>
            <a:ext cx="5074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slot selalu di satu hari. Cek bentrok dan "mengudara" tetap sederhana; harganya dua baris untuk program larut malam.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5440680" cy="224028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8404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Jam siaran per penyiar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251960"/>
            <a:ext cx="5074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Co-host masing-masing dihitung satu slot penuh, karena keduanya bekerja selama slot itu.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3703320"/>
            <a:ext cx="5440680" cy="224028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38404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Nonaktifkan, bukan hapus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55080" y="4251960"/>
            <a:ext cx="5074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yang masih terjadwal atau penyiar yang masih membawakan program tidak bisa dihapus, hanya dinonaktifkan.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 stack dan alasannya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435608"/>
            <a:ext cx="457200" cy="45720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71600" y="13258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Laravel 10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206240" y="132588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 seperti produksi. Form, validasi, CRUD dan migrasi cepat dibuat; aturan bisnis tetap di satu service.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24328"/>
            <a:ext cx="457200" cy="45720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5146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MySQL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206240" y="251460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produksi. Kode tidak bergantung pada satu database: tes jalan di SQLite, demo online di PostgreSQL (Neon, gratis).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813048"/>
            <a:ext cx="457200" cy="457200"/>
          </a:xfrm>
          <a:prstGeom prst="ellipse">
            <a:avLst/>
          </a:prstGeom>
          <a:solidFill>
            <a:srgbClr val="8C96A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71600" y="37033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Blade + Tailwind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206240" y="370332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jadwal hanya HTML dan CSS. Tidak perlu JavaScript untuk dashboard admin seperti ini.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001768"/>
            <a:ext cx="457200" cy="457200"/>
          </a:xfrm>
          <a:prstGeom prst="ellipse">
            <a:avLst/>
          </a:prstGeom>
          <a:solidFill>
            <a:srgbClr val="8C96A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001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71600" y="48920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PHPUnit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206240" y="489204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test untuk setiap aturan jadwal: bentrok, tengah malam, mengudara, berikutnya, jam kosong.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Kode yang mudah dibaca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6766560" cy="484632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6400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function clash(int $stationId, Day $day,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$start, int $end, ?int $ignoreId = null): ?ScheduleSlot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Two ranges overlap when each one starts before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the other ends. Touching (10:00 - 10:00) is fine.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ScheduleSlot::with('show')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-&gt;where('station_id', $stationId)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-&gt;where('day_of_week', $day-&gt;value)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-&gt;where('starts_at', '&lt;', $end)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-&gt;where('ends_at', '&gt;', $start)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-&gt;when($ignoreId, fn ($q) =&gt; $q-&gt;whereKeyNot($ignoreId))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-&gt;orderBy('starts_at')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-&gt;first();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589520" y="1234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Aturan di satu service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589520" y="158191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ScheduleService: bentrok, simpan, pindah, mengudara, berikutnya, jam kosong, jam siaran.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4231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Enum, bukan angka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589520" y="277063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(ISO 1-7) dan StreamStatus (live, idle, offline).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589520" y="3611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Controller tipis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589520" y="395935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Validasi di FormRequest, konversi jam di Clock, aturan di service.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589520" y="48006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 untuk aturannya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589520" y="514807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feature test, termasuk bahasa dan reset data demo.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Aplikasi demo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pic>
        <p:nvPicPr>
          <p:cNvPr id="4" name="Image 0" descr="/workspaces/.xc-work/shots/d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5394960" cy="4158615"/>
          </a:xfrm>
          <a:prstGeom prst="rect">
            <a:avLst/>
          </a:prstGeom>
        </p:spPr>
      </p:pic>
      <p:pic>
        <p:nvPicPr>
          <p:cNvPr id="5" name="Image 1" descr="/workspaces/.xc-work/shots/d-st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394960" cy="2210435"/>
          </a:xfrm>
          <a:prstGeom prst="rect">
            <a:avLst/>
          </a:prstGeom>
        </p:spPr>
      </p:pic>
      <p:pic>
        <p:nvPicPr>
          <p:cNvPr id="6" name="Image 2" descr="/workspaces/.xc-work/shots/d-cla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3657600"/>
            <a:ext cx="5394960" cy="1985645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56235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Dashboard: mengudara per stasiun dan jam siaran</a:t>
            </a:r>
            <a:endParaRPr lang="en-US" sz="1100" dirty="0"/>
          </a:p>
        </p:txBody>
      </p:sp>
      <p:sp>
        <p:nvSpPr>
          <p:cNvPr id="8" name="Text 3"/>
          <p:cNvSpPr/>
          <p:nvPr/>
        </p:nvSpPr>
        <p:spPr>
          <a:xfrm>
            <a:off x="6217920" y="5715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Atas: jadwal mingguan satu stasiun. Bawah: slot bentrok ditolak.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Yang akan saya tingkatkan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Migrasi ke satu tabel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389120" y="132588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schedule_slots dari tabel per kota, buat view untuk API lama, pindahkan pembaca bertahap tanpa downtime.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Zona waktu per stasiun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389120" y="251460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Kalau ada stasiun di WITA atau WIT, simpan zona waktu di stations dan hitung "sekarang" per stasiun.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Jadwal khusus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389120" y="370332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Pengganti untuk tanggal tertentu (libur, siaran khusus) di atas jadwal mingguan, tanpa mengubah polanya.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48920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 stream otomatis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389120" y="489204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live/idle/offline dari health check stream, bukan input manual.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Coba sendiri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20116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online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(PDF)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200400" y="2697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https://xchannel-dashboard-demo.vercel.app/xchannel-presentasi.pdf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3383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(PPTX)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https://xchannel-dashboard-demo.vercel.app/xchannel-presentasi.pptx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asli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00400" y="4069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https://xchannel.id/radio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4754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Kode demo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00400" y="4754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GitHub privat, akses diberikan saat interview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1520" y="5852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C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tersedia dalam Bahasa Indonesia dan Inggris. Data demo boleh diubah dan dipulihkan setiap 3 jam.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XChannel: presentasi dashboard radio</dc:title>
  <dc:subject>PptxGenJS Presentation</dc:subject>
  <dc:creator>Enrico Saputra</dc:creator>
  <cp:lastModifiedBy>Enrico Saputra</cp:lastModifiedBy>
  <cp:revision>1</cp:revision>
  <dcterms:created xsi:type="dcterms:W3CDTF">2026-10-20T02:22:16Z</dcterms:created>
  <dcterms:modified xsi:type="dcterms:W3CDTF">2026-10-20T02:22:16Z</dcterms:modified>
</cp:coreProperties>
</file>