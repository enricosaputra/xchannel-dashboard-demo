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f0513fd7-bd0e-b3c9-3f7e-7ef30745506b}">
          <p14:sldIdLst>
            <p14:sldId id="256"/>
          </p14:sldIdLst>
        </p14:section>
        <p14:section name="Produk" id="{845bce06-fd1f-6aa8-b49f-dd850e4b97ed}">
          <p14:sldIdLst>
            <p14:sldId id="257"/>
            <p14:sldId id="258"/>
            <p14:sldId id="259"/>
            <p14:sldId id="260"/>
          </p14:sldIdLst>
        </p14:section>
        <p14:section name="Desain sistem" id="{8ad42a70-fd95-26c3-2020-fca7c875fa28}">
          <p14:sldIdLst>
            <p14:sldId id="261"/>
            <p14:sldId id="262"/>
            <p14:sldId id="263"/>
            <p14:sldId id="264"/>
          </p14:sldIdLst>
        </p14:section>
        <p14:section name="Aturan jadwal" id="{9c440d57-9f92-62f8-ca79-54fd94cd27c2}">
          <p14:sldIdLst>
            <p14:sldId id="265"/>
            <p14:sldId id="266"/>
            <p14:sldId id="267"/>
          </p14:sldIdLst>
        </p14:section>
        <p14:section name="Kode" id="{9b195bf7-8dae-0ae1-22c6-3c26bb3a4b0a}">
          <p14:sldIdLst>
            <p14:sldId id="268"/>
            <p14:sldId id="269"/>
            <p14:sldId id="270"/>
          </p14:sldIdLst>
        </p14:section>
        <p14:section name="Penutup" id="{75f37fe0-bca3-a67a-a49d-1c17fe62b300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Pembuka: XChannel adalah radio lokal di beberapa kota. Saya mengerjakan dashboard Laravel-nya. Kode asli di bawah NDA, jadi saya membangun ulang bagian radionya dengan data karangan.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halaman Xradio: daftar stasiun dan program yang sedang diputar. Semua itu datang dari data yang diatur di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bahwa dashboard adalah alat kerja tim siaran, bukan aplikasi pendengar. Angka 7 ke 1 adalah inti cerita desainnya.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Mulai dari sudut pandang pendengar, lalu tunjukkan bagian dashboard yang membuat semua itu bekerja.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menu di dashboard demo, sama dengan bagian dashboard produksi yang saya kerjakan.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menulis, aplikasi membaca lewat API. Karena itu aturan jadwal dijaga saat data disimpan, bukan saat dibaca.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schedule_slots adalah pusatnya. Indeks (station_id, day_of_week, starts_at) melayani cek bentrok dan query mengudara.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alur dari kiri ke kanan: master data, lalu dokumen, lalu catatan.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poin desain paling kuat. Struktur kolomnya sama persis; yang berbeda hanya stasiunnya. Itu data, bukan skema.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Semua contoh di kiri benar-benar ada di data produksi. Kolom TIME tidak dipakai karena 24:00 tidak valid di sana.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Demokan langsung: Jakarta, Senin sampai Rabu 09:00-11:00. Ditolak dengan nama program yang menghalangi, dan tidak ada hari yang tersimpan.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punya pemilih hari dan jam. Pilih Jumat 21:00: Banten sedang memutar musik otomatis.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Untuk tiap baris, siapkan satu contoh dari proyek 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app/Services/ScheduleService.php di repo demo. Buka di layar kalau mereka ingin melihat.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Urutan demo: dashboard pada Jumat 21:00, lalu jadwal mingguan Surabaya, lalu coba tambah slot yang bentrok.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link. Tawarkan untuk membuka demo atau kode di layar.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XC 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920240"/>
            <a:ext cx="53949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XC 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XChannel  ·  Enrico Saputra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xchannel-dashboard-demo.vercel.app" TargetMode="External"/><Relationship Id="rId2" Type="http://schemas.openxmlformats.org/officeDocument/2006/relationships/hyperlink" Target="https://xchannel-dashboard-demo.vercel.app/xchannel-presentasi.pdf" TargetMode="External"/><Relationship Id="rId3" Type="http://schemas.openxmlformats.org/officeDocument/2006/relationships/hyperlink" Target="https://xchannel-dashboard-demo.vercel.app/xchannel-presentasi.pptx" TargetMode="External"/><Relationship Id="rId4" Type="http://schemas.openxmlformats.org/officeDocument/2006/relationships/hyperlink" Target="https://xchannel.id/radio" TargetMode="External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Xradio page" descr="/workspaces/.xc-work/assets/xchannel/radio-t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0"/>
            <a:ext cx="58795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09360" y="0"/>
            <a:ext cx="5879592" cy="6858000"/>
          </a:xfrm>
          <a:prstGeom prst="rect">
            <a:avLst/>
          </a:prstGeom>
          <a:solidFill>
            <a:schemeClr val="tx1">
              <a:alpha val="55000"/>
            </a:schemeClr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pill"/>
          <p:cNvSpPr/>
          <p:nvPr/>
        </p:nvSpPr>
        <p:spPr>
          <a:xfrm>
            <a:off x="640080" y="1417320"/>
            <a:ext cx="200253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417320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bg1"/>
                </a:solidFill>
              </a:rPr>
              <a:t>XRADIO · DASHBOARD</a:t>
            </a:r>
            <a:endParaRPr lang="en-US" sz="10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19202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XChannel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0896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Jadwal siaran untuk radio lokal di beberapa kota, dan desain sistem di baliknya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074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Enrico Saputra  ·  Backend developer, dashboard Laravel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5321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Kode dan data klien bersifat rahasia. Demo membangun ulang bagian radio dari dashboard di atas model data asli, dengan data karangan.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xchannel.id, sisi yang dilihat pendengar</a:t>
            </a:r>
            <a:endParaRPr lang="en-US" sz="3200" dirty="0"/>
          </a:p>
        </p:txBody>
      </p:sp>
      <p:pic>
        <p:nvPicPr>
          <p:cNvPr id="4" name="xchannel.id home" descr="/workspaces/.xc-work/assets/xchannel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394960" cy="2669085"/>
          </a:xfrm>
          <a:prstGeom prst="rect">
            <a:avLst/>
          </a:prstGeom>
        </p:spPr>
      </p:pic>
      <p:pic>
        <p:nvPicPr>
          <p:cNvPr id="5" name="xchannel.id radio" descr="/workspaces/.xc-work/assets/xchannel/rad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691640"/>
            <a:ext cx="5394960" cy="2669085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48640" y="4452165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Beranda: radio, podcast, people, dan berita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6245352" y="4452165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Xradio: stasiun per kota dan program yang sedang diputar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4983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Stasiun, program, penyiar, dan jadwal di halaman Xradio diatur dari dashboard Laravel. Bagian itulah yang dibangun ulang di demo ini.</a:t>
            </a:r>
            <a:endParaRPr lang="en-US" sz="17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5806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Tangkapan layar xchannel.id, Oktober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Yang saya kerjakan di XChannel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916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Aplikasi XChannel memutar stream tiap stasiun dan menampilkan program yang sedang mengudara. Tim siaran mengatur semuanya dari dashboard.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9260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Yang saya kerjakan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42900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Stasiun: kota, frekuensi, URL dan status stream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Program dan penyiar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Jadwal mingguan per stasiun, yang dibaca aplikasi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Podcast, tangga lagu, video, berita: dashboard yang sama, di luar demo ini</a:t>
            </a:r>
            <a:endParaRPr lang="en-US" sz="1500" dirty="0"/>
          </a:p>
        </p:txBody>
      </p:sp>
      <p:sp>
        <p:nvSpPr>
          <p:cNvPr id="7" name="panel"/>
          <p:cNvSpPr/>
          <p:nvPr/>
        </p:nvSpPr>
        <p:spPr>
          <a:xfrm>
            <a:off x="7223760" y="1691640"/>
            <a:ext cx="4389120" cy="1261872"/>
          </a:xfrm>
          <a:prstGeom prst="roundRect">
            <a:avLst>
              <a:gd name="adj" fmla="val 579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0" y="1691640"/>
            <a:ext cx="1920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9418320" y="1691640"/>
            <a:ext cx="20116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stasiun di xchannel.id hari ini</a:t>
            </a:r>
            <a:endParaRPr lang="en-US" sz="1400" dirty="0"/>
          </a:p>
        </p:txBody>
      </p:sp>
      <p:sp>
        <p:nvSpPr>
          <p:cNvPr id="10" name="panel"/>
          <p:cNvSpPr/>
          <p:nvPr/>
        </p:nvSpPr>
        <p:spPr>
          <a:xfrm>
            <a:off x="7223760" y="3172968"/>
            <a:ext cx="4389120" cy="1261872"/>
          </a:xfrm>
          <a:prstGeom prst="roundRect">
            <a:avLst>
              <a:gd name="adj" fmla="val 579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0" y="3172968"/>
            <a:ext cx="1920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 → 1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9418320" y="3172968"/>
            <a:ext cx="20116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tabel jadwal per kota menjadi satu tabel</a:t>
            </a:r>
            <a:endParaRPr lang="en-US" sz="1400" dirty="0"/>
          </a:p>
        </p:txBody>
      </p:sp>
      <p:sp>
        <p:nvSpPr>
          <p:cNvPr id="13" name="panel"/>
          <p:cNvSpPr/>
          <p:nvPr/>
        </p:nvSpPr>
        <p:spPr>
          <a:xfrm>
            <a:off x="7223760" y="4654296"/>
            <a:ext cx="4389120" cy="1261872"/>
          </a:xfrm>
          <a:prstGeom prst="roundRect">
            <a:avLst>
              <a:gd name="adj" fmla="val 579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98080" y="4654296"/>
            <a:ext cx="1920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24/7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9418320" y="4654296"/>
            <a:ext cx="20116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jam kosong diisi musik otomatis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Tentang aplikasi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5257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XChannel adalah aplikasi media "That Speak to You": radio lokal di beberapa kota (Xradio), podcast (XPodcast), artikel (Xpeople), dan berita (Xnews). Pendengar memutar stream radio langsung dari web atau aplikasi.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15468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Siapa yang memakai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Pendengar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50208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Memutar radio kota pilihan, melihat program dan penyiar yang sedang mengudara.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50799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Tim siaran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84632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Mengatur stasiun, program, penyiar, dan jadwal di dashboard.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404104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Tim konten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74243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Mengelola podcast, artikel, dan berita di dashboard yang sama.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72200" y="1417320"/>
            <a:ext cx="5440680" cy="4709160"/>
          </a:xfrm>
          <a:prstGeom prst="roundRect">
            <a:avLst>
              <a:gd name="adj" fmla="val 194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Alur pengguna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446520" y="2194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465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086600" y="210312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Pendengar membuka Xradio dan memilih stasiun kotanya.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46520" y="296265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46520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086600" y="2871216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Stream radio diputar dari URL stream stasiun.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446520" y="373075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46520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086600" y="363931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Aplikasi menampilkan program dan penyiar yang sedang mengudara.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446520" y="44988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4652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086600" y="440740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Pendengar melihat program berikutnya dan jadwal minggu ini.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46520" y="526694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46520" y="5266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086600" y="5175504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Di belakang layar, tim siaran mengubah jadwal di dashboard dan aplikasi langsung ikut.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Isi dashboard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557784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0313E"/>
                          </a:solidFill>
                        </a:rPr>
                        <a:t>Menu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7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0313E"/>
                          </a:solidFill>
                        </a:rPr>
                        <a:t>Fungsinya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7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0313E"/>
                          </a:solidFill>
                        </a:rPr>
                        <a:t>Data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7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Dashboard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EB2BC"/>
                          </a:solidFill>
                        </a:rPr>
                        <a:t>Program yang mengudara dan berikutnya di tiap stasiun, jam kosong, jam siaran per penyiar dan stasiun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EB2BC"/>
                          </a:solidFill>
                        </a:rPr>
                        <a:t>schedule_slots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Stasiun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EB2BC"/>
                          </a:solidFill>
                        </a:rPr>
                        <a:t>Kota, frekuensi, URL dan status stream, plus jadwal satu minggu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EB2BC"/>
                          </a:solidFill>
                        </a:rPr>
                        <a:t>stations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Jadwal siaran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EB2BC"/>
                          </a:solidFill>
                        </a:rPr>
                        <a:t>Tambah, ubah, dan hapus slot; cek bentrok; satu form untuk beberapa hari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EB2BC"/>
                          </a:solidFill>
                        </a:rPr>
                        <a:t>schedule_slots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Program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EB2BC"/>
                          </a:solidFill>
                        </a:rPr>
                        <a:t>Judul, deskripsi, penyiar, dan status aktif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EB2BC"/>
                          </a:solidFill>
                        </a:rPr>
                        <a:t>shows, host_show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Penyiar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EB2BC"/>
                          </a:solidFill>
                        </a:rPr>
                        <a:t>Nama, bio, program yang dibawakan, dan jam siaran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EB2BC"/>
                          </a:solidFill>
                        </a:rPr>
                        <a:t>hosts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Di produksi juga (di luar demo)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EB2BC"/>
                          </a:solidFill>
                        </a:rPr>
                        <a:t>Podcast, tangga lagu, video, berita, game, dan poin member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EB2BC"/>
                          </a:solidFill>
                        </a:rPr>
                        <a:t>–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Satu database, dua pembaca</a:t>
            </a:r>
            <a:endParaRPr lang="en-US" sz="3200" dirty="0"/>
          </a:p>
        </p:txBody>
      </p:sp>
      <p:sp>
        <p:nvSpPr>
          <p:cNvPr id="4" name="panel"/>
          <p:cNvSpPr/>
          <p:nvPr/>
        </p:nvSpPr>
        <p:spPr>
          <a:xfrm>
            <a:off x="731520" y="1783080"/>
            <a:ext cx="237744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783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Aplikasi XChannel</a:t>
            </a:r>
            <a:endParaRPr lang="en-US" sz="1500" dirty="0"/>
          </a:p>
        </p:txBody>
      </p:sp>
      <p:sp>
        <p:nvSpPr>
          <p:cNvPr id="6" name="panel"/>
          <p:cNvSpPr/>
          <p:nvPr/>
        </p:nvSpPr>
        <p:spPr>
          <a:xfrm>
            <a:off x="3931920" y="1783080"/>
            <a:ext cx="201168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931920" y="1783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API</a:t>
            </a:r>
            <a:endParaRPr lang="en-US" sz="1500" dirty="0"/>
          </a:p>
        </p:txBody>
      </p:sp>
      <p:sp>
        <p:nvSpPr>
          <p:cNvPr id="8" name="panel"/>
          <p:cNvSpPr/>
          <p:nvPr/>
        </p:nvSpPr>
        <p:spPr>
          <a:xfrm>
            <a:off x="6766560" y="2606040"/>
            <a:ext cx="201168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66560" y="2606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MySQL</a:t>
            </a:r>
            <a:endParaRPr lang="en-US" sz="1500" dirty="0"/>
          </a:p>
        </p:txBody>
      </p:sp>
      <p:sp>
        <p:nvSpPr>
          <p:cNvPr id="10" name="panel"/>
          <p:cNvSpPr/>
          <p:nvPr/>
        </p:nvSpPr>
        <p:spPr>
          <a:xfrm>
            <a:off x="9418320" y="2606040"/>
            <a:ext cx="219456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418320" y="2606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Dashboard Laravel</a:t>
            </a:r>
            <a:endParaRPr lang="en-US" sz="1500" dirty="0"/>
          </a:p>
        </p:txBody>
      </p:sp>
      <p:sp>
        <p:nvSpPr>
          <p:cNvPr id="12" name="panel"/>
          <p:cNvSpPr/>
          <p:nvPr/>
        </p:nvSpPr>
        <p:spPr>
          <a:xfrm>
            <a:off x="731520" y="3429000"/>
            <a:ext cx="2377440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429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Stream radio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3108960" y="2148840"/>
            <a:ext cx="82296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943600" y="2148840"/>
            <a:ext cx="822960" cy="6858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 flipH="1">
            <a:off x="8778240" y="3017520"/>
            <a:ext cx="64008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1920240" y="2514600"/>
            <a:ext cx="914" cy="9144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  <a:tailEnd type="triangle"/>
          </a:ln>
        </p:spPr>
      </p:sp>
      <p:sp>
        <p:nvSpPr>
          <p:cNvPr id="18" name="pill"/>
          <p:cNvSpPr/>
          <p:nvPr/>
        </p:nvSpPr>
        <p:spPr>
          <a:xfrm>
            <a:off x="9418320" y="2194560"/>
            <a:ext cx="1330452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418320" y="2194560"/>
            <a:ext cx="13304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</a:rPr>
              <a:t>BAGIAN SAYA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617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Dashboard menulis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0292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Stasiun, program, penyiar, dan jadwal.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297680" y="4617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Aplikasi membaca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4297680" y="50292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"Apa yang mengudara sekarang?" lewat API.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046720" y="4617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Aturan saat simpan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8046720" y="50292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Jadwal yang bentrok tidak pernah sampai ke pendengar.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Empat tabel dan satu pivot</a:t>
            </a:r>
            <a:endParaRPr lang="en-US" sz="3200" dirty="0"/>
          </a:p>
        </p:txBody>
      </p:sp>
      <p:sp>
        <p:nvSpPr>
          <p:cNvPr id="4" name="panel"/>
          <p:cNvSpPr/>
          <p:nvPr/>
        </p:nvSpPr>
        <p:spPr>
          <a:xfrm>
            <a:off x="548640" y="1691640"/>
            <a:ext cx="2743200" cy="2057400"/>
          </a:xfrm>
          <a:prstGeom prst="roundRect">
            <a:avLst>
              <a:gd name="adj" fmla="val 355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801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stations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1945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city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frequency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stream_url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stream_status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is_active</a:t>
            </a:r>
            <a:endParaRPr lang="en-US" sz="1200" dirty="0"/>
          </a:p>
        </p:txBody>
      </p:sp>
      <p:sp>
        <p:nvSpPr>
          <p:cNvPr id="7" name="panel"/>
          <p:cNvSpPr/>
          <p:nvPr/>
        </p:nvSpPr>
        <p:spPr>
          <a:xfrm>
            <a:off x="4709160" y="1691640"/>
            <a:ext cx="2743200" cy="2057400"/>
          </a:xfrm>
          <a:prstGeom prst="roundRect">
            <a:avLst>
              <a:gd name="adj" fmla="val 355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92040" y="1801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schedule_slots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21945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station_id → stations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show_id    → shows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day_of_week  1..7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starts_at    0..1440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ends_at      0..1440</a:t>
            </a:r>
            <a:endParaRPr lang="en-US" sz="1200" dirty="0"/>
          </a:p>
        </p:txBody>
      </p:sp>
      <p:sp>
        <p:nvSpPr>
          <p:cNvPr id="10" name="panel"/>
          <p:cNvSpPr/>
          <p:nvPr/>
        </p:nvSpPr>
        <p:spPr>
          <a:xfrm>
            <a:off x="8869680" y="1691640"/>
            <a:ext cx="2743200" cy="1508760"/>
          </a:xfrm>
          <a:prstGeom prst="roundRect">
            <a:avLst>
              <a:gd name="adj" fmla="val 484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052560" y="1801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shows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052560" y="21945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is_active</a:t>
            </a:r>
            <a:endParaRPr lang="en-US" sz="1200" dirty="0"/>
          </a:p>
        </p:txBody>
      </p:sp>
      <p:sp>
        <p:nvSpPr>
          <p:cNvPr id="13" name="panel"/>
          <p:cNvSpPr/>
          <p:nvPr/>
        </p:nvSpPr>
        <p:spPr>
          <a:xfrm>
            <a:off x="8869680" y="3977640"/>
            <a:ext cx="2743200" cy="1234440"/>
          </a:xfrm>
          <a:prstGeom prst="roundRect">
            <a:avLst>
              <a:gd name="adj" fmla="val 59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052560" y="4087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hosts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052560" y="4480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bio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is_active</a:t>
            </a:r>
            <a:endParaRPr lang="en-US" sz="1200" dirty="0"/>
          </a:p>
        </p:txBody>
      </p:sp>
      <p:sp>
        <p:nvSpPr>
          <p:cNvPr id="16" name="panel"/>
          <p:cNvSpPr/>
          <p:nvPr/>
        </p:nvSpPr>
        <p:spPr>
          <a:xfrm>
            <a:off x="4709160" y="4206240"/>
            <a:ext cx="2743200" cy="1234440"/>
          </a:xfrm>
          <a:prstGeom prst="roundRect">
            <a:avLst>
              <a:gd name="adj" fmla="val 59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92040" y="43159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host_show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892040" y="47091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show_id → shows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host_id → hosts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291840" y="2560320"/>
            <a:ext cx="141732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 flipH="1">
            <a:off x="7452360" y="2560320"/>
            <a:ext cx="141732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7452360" y="4754880"/>
            <a:ext cx="141732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 flipV="1">
            <a:off x="7452360" y="3108960"/>
            <a:ext cx="1417320" cy="13258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548640" y="42062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Program yang masih terjadwal tidak bisa dihapus, hanya dinonaktifkan (restrict on delete).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Struktur database (ERD)</a:t>
            </a:r>
            <a:endParaRPr lang="en-US" sz="3200" dirty="0"/>
          </a:p>
        </p:txBody>
      </p:sp>
      <p:pic>
        <p:nvPicPr>
          <p:cNvPr id="4" name="ERD" descr="/workspaces/.xc-work/erd/xchannel-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157585" cy="51206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117705" y="1417320"/>
            <a:ext cx="5495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schedule_slots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6117705" y="1801368"/>
            <a:ext cx="5495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Satu baris = satu program, satu hari, satu stasiun.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6117705" y="2606040"/>
            <a:ext cx="5495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starts_at, ends_at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117705" y="2990088"/>
            <a:ext cx="5495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Menit sejak 00:00, dari 0 sampai 1440.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117705" y="3794760"/>
            <a:ext cx="5495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host_show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117705" y="4178808"/>
            <a:ext cx="5495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Pivot banyak-ke-banyak antara program dan penyiar.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117705" y="4983480"/>
            <a:ext cx="5495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 key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117705" y="5367528"/>
            <a:ext cx="5495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Semua restrict on delete: yang masih dipakai tidak bisa dihapus.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Dari tabel per kota ke satu tabel</a:t>
            </a:r>
            <a:endParaRPr lang="en-US" sz="3200" dirty="0"/>
          </a:p>
        </p:txBody>
      </p:sp>
      <p:sp>
        <p:nvSpPr>
          <p:cNvPr id="4" name="panel"/>
          <p:cNvSpPr/>
          <p:nvPr/>
        </p:nvSpPr>
        <p:spPr>
          <a:xfrm>
            <a:off x="548640" y="1691640"/>
            <a:ext cx="5349240" cy="3794760"/>
          </a:xfrm>
          <a:prstGeom prst="roundRect">
            <a:avLst>
              <a:gd name="adj" fmla="val 192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Produksi</a:t>
            </a:r>
            <a:endParaRPr lang="en-US" sz="1800" dirty="0"/>
          </a:p>
        </p:txBody>
      </p:sp>
      <p:sp>
        <p:nvSpPr>
          <p:cNvPr id="6" name="pill"/>
          <p:cNvSpPr/>
          <p:nvPr/>
        </p:nvSpPr>
        <p:spPr>
          <a:xfrm>
            <a:off x="4677156" y="1920240"/>
            <a:ext cx="946404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677156" y="1920240"/>
            <a:ext cx="94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tx1"/>
                </a:solidFill>
              </a:rPr>
              <a:t>7 TABEL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2316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radio.api_jadwal = 'jadwal_radio_woman'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jdwl_radio_bandung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jdwl_radio_surabaya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jdwl_radio_suramadu 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judul_siaran, hari_siaran,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waktu_siaran, penyiar (text)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572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Stasiun baru berarti tabel baru. Satu nama tabel di api_jadwal tidak cocok dengan tabel aslinya.</a:t>
            </a:r>
            <a:endParaRPr lang="en-US" sz="1300" dirty="0"/>
          </a:p>
        </p:txBody>
      </p:sp>
      <p:sp>
        <p:nvSpPr>
          <p:cNvPr id="10" name="panel"/>
          <p:cNvSpPr/>
          <p:nvPr/>
        </p:nvSpPr>
        <p:spPr>
          <a:xfrm>
            <a:off x="6263640" y="1691640"/>
            <a:ext cx="5349240" cy="3794760"/>
          </a:xfrm>
          <a:prstGeom prst="roundRect">
            <a:avLst>
              <a:gd name="adj" fmla="val 192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3796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Demo</a:t>
            </a:r>
            <a:endParaRPr lang="en-US" sz="1800" dirty="0"/>
          </a:p>
        </p:txBody>
      </p:sp>
      <p:sp>
        <p:nvSpPr>
          <p:cNvPr id="12" name="pill"/>
          <p:cNvSpPr/>
          <p:nvPr/>
        </p:nvSpPr>
        <p:spPr>
          <a:xfrm>
            <a:off x="10392156" y="1920240"/>
            <a:ext cx="946404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392156" y="1920240"/>
            <a:ext cx="94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tx1"/>
                </a:solidFill>
              </a:rPr>
              <a:t>1 TABEL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242316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schedule_slots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station_id  -&gt; stations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show_id     -&gt; shows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day_of_week, starts_at, ends_at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host_show (show_id, host_id)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537960" y="4572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Stasiun baru cukup satu baris. Foreign key menjaga relasi.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Migrasi tanpa downtime: isi tabel baru dari tabel lama, view per kota untuk API lama, pindahkan pembaca satu per satu.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Waktu sebagai angka, bukan teks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Di produksi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2194560"/>
            <a:ext cx="242316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1945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senin-jumat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154680" y="2194560"/>
            <a:ext cx="242316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154680" y="21945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Senin- Jumat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242316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834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Monday-Friday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154680" y="2834640"/>
            <a:ext cx="242316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154680" y="2834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6:00 AM - 10:00 AM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474720"/>
            <a:ext cx="242316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474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08.00-09.00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154680" y="3474720"/>
            <a:ext cx="242316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154680" y="3474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20:00-24:00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852160" y="3108960"/>
            <a:ext cx="82296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694944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Di demo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949440" y="2148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450</a:t>
            </a:r>
            <a:endParaRPr lang="en-US" sz="4800" dirty="0"/>
          </a:p>
        </p:txBody>
      </p:sp>
      <p:sp>
        <p:nvSpPr>
          <p:cNvPr id="20" name="Text 17"/>
          <p:cNvSpPr txBox="1"/>
          <p:nvPr/>
        </p:nvSpPr>
        <p:spPr>
          <a:xfrm>
            <a:off x="694944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menit = 07:30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326880" y="2148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1440</a:t>
            </a:r>
            <a:endParaRPr lang="en-US" sz="4800" dirty="0"/>
          </a:p>
        </p:txBody>
      </p:sp>
      <p:sp>
        <p:nvSpPr>
          <p:cNvPr id="22" name="Text 19"/>
          <p:cNvSpPr txBox="1"/>
          <p:nvPr/>
        </p:nvSpPr>
        <p:spPr>
          <a:xfrm>
            <a:off x="932688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menit = 24:00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949440" y="35661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day_of_week 1-7 (ISO), satu baris per hari. Form hanya menerima HH:MM.</a:t>
            </a:r>
            <a:endParaRPr lang="en-US" sz="1400" dirty="0"/>
          </a:p>
        </p:txBody>
      </p:sp>
      <p:sp>
        <p:nvSpPr>
          <p:cNvPr id="24" name="panel"/>
          <p:cNvSpPr/>
          <p:nvPr/>
        </p:nvSpPr>
        <p:spPr>
          <a:xfrm>
            <a:off x="548640" y="4526280"/>
            <a:ext cx="1106424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2960" y="4709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Bentrok jika masing-masing mulai sebelum yang lain selesai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22960" y="5166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starts_at &lt; :end  AND  ends_at &gt; :start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" y="5623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Bersentuhan (10:00 lalu 10:00) boleh.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Aturan bentrok saat menyimpan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00:00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2628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06:00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76656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12:00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900684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18:00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88136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24:00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Senin, Jakarta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651760" y="2011680"/>
            <a:ext cx="8961120" cy="4572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10328" y="2057400"/>
            <a:ext cx="1456944" cy="36576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46904" y="2011680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Pagi Jakarta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03848" y="2057400"/>
            <a:ext cx="1083564" cy="36576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40424" y="2011680"/>
            <a:ext cx="1028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Jam Makan Siang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Baru 09:00-11:00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651760" y="2788920"/>
            <a:ext cx="8961120" cy="4572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30468" y="2834640"/>
            <a:ext cx="710184" cy="36576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067044" y="2788920"/>
            <a:ext cx="655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Ngobrol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2651760" y="33192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Ditolak: bentrok dengan "Pagi Jakarta" (06:00 - 10:00)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3749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Baru 13:00-14:00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651760" y="3749040"/>
            <a:ext cx="8961120" cy="4572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523988" y="3794760"/>
            <a:ext cx="336804" cy="365760"/>
          </a:xfrm>
          <a:prstGeom prst="roundRect">
            <a:avLst>
              <a:gd name="adj" fmla="val 1357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560564" y="3749040"/>
            <a:ext cx="281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OK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2651760" y="427939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Boleh: mulai tepat saat program sebelumnya selesai</a:t>
            </a:r>
            <a:endParaRPr lang="en-US" sz="1300" dirty="0"/>
          </a:p>
        </p:txBody>
      </p:sp>
      <p:sp>
        <p:nvSpPr>
          <p:cNvPr id="25" name="panel"/>
          <p:cNvSpPr/>
          <p:nvPr/>
        </p:nvSpPr>
        <p:spPr>
          <a:xfrm>
            <a:off x="548640" y="4754880"/>
            <a:ext cx="352044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77240" y="4983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5104181"/>
            <a:ext cx="261518" cy="261518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1463040" y="4937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Pesan yang jelas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1463040" y="53218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Hari, jam, dan program yang menghalangi.</a:t>
            </a:r>
            <a:endParaRPr lang="en-US" sz="1300" dirty="0"/>
          </a:p>
        </p:txBody>
      </p:sp>
      <p:sp>
        <p:nvSpPr>
          <p:cNvPr id="30" name="panel"/>
          <p:cNvSpPr/>
          <p:nvPr/>
        </p:nvSpPr>
        <p:spPr>
          <a:xfrm>
            <a:off x="4297680" y="4754880"/>
            <a:ext cx="352044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526280" y="4983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981" y="5104181"/>
            <a:ext cx="261518" cy="261518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5212080" y="4937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Semua hari atau tidak</a:t>
            </a:r>
            <a:endParaRPr lang="en-US" sz="1500" dirty="0"/>
          </a:p>
        </p:txBody>
      </p:sp>
      <p:sp>
        <p:nvSpPr>
          <p:cNvPr id="34" name="Text 29"/>
          <p:cNvSpPr txBox="1"/>
          <p:nvPr/>
        </p:nvSpPr>
        <p:spPr>
          <a:xfrm>
            <a:off x="5212080" y="53218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Senin-Jumat dalam satu transaksi.</a:t>
            </a:r>
            <a:endParaRPr lang="en-US" sz="1300" dirty="0"/>
          </a:p>
        </p:txBody>
      </p:sp>
      <p:sp>
        <p:nvSpPr>
          <p:cNvPr id="35" name="panel"/>
          <p:cNvSpPr/>
          <p:nvPr/>
        </p:nvSpPr>
        <p:spPr>
          <a:xfrm>
            <a:off x="8046720" y="4754880"/>
            <a:ext cx="352044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8275320" y="4983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6021" y="5104181"/>
            <a:ext cx="261518" cy="261518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8961120" y="4937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Lewat tengah malam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8961120" y="53218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Dua slot: sampai 24:00, lalu dari 00:00.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Mengudara, berikutnya, dan jam kosong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00:00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294894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06:00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71500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12:00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48106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18:00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88136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24:00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011680"/>
            <a:ext cx="11064240" cy="594360"/>
          </a:xfrm>
          <a:prstGeom prst="roundRect">
            <a:avLst>
              <a:gd name="adj" fmla="val 9231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32988" y="2057400"/>
            <a:ext cx="1807464" cy="50292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69564" y="2011680"/>
            <a:ext cx="1752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Pagi Banten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943088" y="2057400"/>
            <a:ext cx="1346454" cy="50292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979664" y="2011680"/>
            <a:ext cx="12915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Jalan Pulang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467225" y="1901952"/>
            <a:ext cx="914" cy="813816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2743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XChannel Banten, Senin 08:30. Garis merah = sekarang; abu-abu = musik otomatis.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657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3811219"/>
            <a:ext cx="332842" cy="33284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48640" y="4526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Mengudara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49834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Slot hari ini dengan mulai &lt;= sekarang &lt; selesai. Satu query ber-index.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4297680" y="3657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299" y="3811219"/>
            <a:ext cx="332842" cy="33284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297680" y="4526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Berikutnya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4297680" y="49834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Slot pertama setelah sekarang, lanjut ke hari berikutnya sampai seminggu.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8046720" y="3657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0339" y="3811219"/>
            <a:ext cx="332842" cy="33284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046720" y="4526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Jam kosong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8046720" y="49834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Dihitung dari jadwal, tidak disimpan. Jam siaran per stasiun dari 168 jam.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Kenapa stack ini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55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0313E"/>
                          </a:solidFill>
                        </a:rPr>
                        <a:t>Pilihan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7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0313E"/>
                          </a:solidFill>
                        </a:rPr>
                        <a:t>Kenapa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7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Laravel 10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EB2BC"/>
                          </a:solidFill>
                        </a:rPr>
                        <a:t>Sama dengan produksi; form dan validasi cepat dibuat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MySQL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EB2BC"/>
                          </a:solidFill>
                        </a:rPr>
                        <a:t>Database produksi. Kodenya tetap jalan di SQLite (tes) dan PostgreSQL (demo online)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Blade + Tailwind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EB2BC"/>
                          </a:solidFill>
                        </a:rPr>
                        <a:t>Timeline cukup HTML dan CSS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PHPUnit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EB2BC"/>
                          </a:solidFill>
                        </a:rPr>
                        <a:t>19 feature test pada aturan jadwal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Cek bentrok dalam satu query</a:t>
            </a:r>
            <a:endParaRPr lang="en-US" sz="3200" dirty="0"/>
          </a:p>
        </p:txBody>
      </p:sp>
      <p:sp>
        <p:nvSpPr>
          <p:cNvPr id="4" name="panel"/>
          <p:cNvSpPr/>
          <p:nvPr/>
        </p:nvSpPr>
        <p:spPr>
          <a:xfrm>
            <a:off x="548640" y="1691640"/>
            <a:ext cx="6858000" cy="4434840"/>
          </a:xfrm>
          <a:prstGeom prst="roundRect">
            <a:avLst>
              <a:gd name="adj" fmla="val 1649"/>
            </a:avLst>
          </a:prstGeom>
          <a:solidFill>
            <a:srgbClr val="101114"/>
          </a:solidFill>
          <a:ln w="12700">
            <a:solidFill>
              <a:srgbClr val="10111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clash(int $stationId, Day $day,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$start, int $end, ?int $ignoreId = null)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Two ranges overlap when each one starts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before the other ends. Touching is fine.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ScheduleSlot::with('show')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-&gt;where('station_id', $stationId)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-&gt;where('day_of_week', $day-&gt;value)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-&gt;where('starts_at', '&lt;', $end)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-&gt;where('ends_at', '&gt;', $start)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-&gt;when($ignoreId, fn ($q) =&gt;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$q-&gt;whereKeyNot($ignoreId))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-&gt;first();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1737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Aturan di satu service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21488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Bentrok, simpan, pindah, mengudara, berikutnya, jam kosong.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3200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Enum, bukan angka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36118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Day (ISO 1-7), StreamStatus.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4663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Controller tipis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50749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FormRequest untuk validasi, Clock untuk jam.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Demo: dashboard, jadwal, slot yang ditolak</a:t>
            </a:r>
            <a:endParaRPr lang="en-US" sz="3200" dirty="0"/>
          </a:p>
        </p:txBody>
      </p:sp>
      <p:pic>
        <p:nvPicPr>
          <p:cNvPr id="4" name="dashboard" descr="/workspaces/.xc-work/assets/xchannel/d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5486400" cy="4229100"/>
          </a:xfrm>
          <a:prstGeom prst="rect">
            <a:avLst/>
          </a:prstGeom>
        </p:spPr>
      </p:pic>
      <p:pic>
        <p:nvPicPr>
          <p:cNvPr id="5" name="station week" descr="/workspaces/.xc-work/assets/xchannel/d-st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91640"/>
            <a:ext cx="5349240" cy="2191703"/>
          </a:xfrm>
          <a:prstGeom prst="rect">
            <a:avLst/>
          </a:prstGeom>
        </p:spPr>
      </p:pic>
      <p:pic>
        <p:nvPicPr>
          <p:cNvPr id="6" name="clash error" descr="/workspaces/.xc-work/assets/xchannel/d-cla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4069080"/>
            <a:ext cx="5349240" cy="1968818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Dashboard: mengudara dan jam siaran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Link demo, slide, dan produk asli</a:t>
            </a:r>
            <a:endParaRPr lang="en-US" sz="3200" dirty="0"/>
          </a:p>
        </p:txBody>
      </p:sp>
      <p:sp>
        <p:nvSpPr>
          <p:cNvPr id="4" name="panel"/>
          <p:cNvSpPr/>
          <p:nvPr/>
        </p:nvSpPr>
        <p:spPr>
          <a:xfrm>
            <a:off x="548640" y="1828800"/>
            <a:ext cx="11064240" cy="621792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82880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Demo online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3291840" y="1828800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chemeClr val="bg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https://xchannel-dashboard-demo.vercel.app</a:t>
            </a:r>
            <a:endParaRPr lang="en-US" sz="1600" dirty="0"/>
          </a:p>
        </p:txBody>
      </p:sp>
      <p:sp>
        <p:nvSpPr>
          <p:cNvPr id="7" name="panel"/>
          <p:cNvSpPr/>
          <p:nvPr/>
        </p:nvSpPr>
        <p:spPr>
          <a:xfrm>
            <a:off x="548640" y="2606040"/>
            <a:ext cx="11064240" cy="621792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60604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Slides (PDF)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291840" y="2606040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chemeClr val="bg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https://xchannel-dashboard-demo.vercel.app/xchannel-presentasi.pdf</a:t>
            </a:r>
            <a:endParaRPr lang="en-US" sz="1600" dirty="0"/>
          </a:p>
        </p:txBody>
      </p:sp>
      <p:sp>
        <p:nvSpPr>
          <p:cNvPr id="10" name="panel"/>
          <p:cNvSpPr/>
          <p:nvPr/>
        </p:nvSpPr>
        <p:spPr>
          <a:xfrm>
            <a:off x="548640" y="3383280"/>
            <a:ext cx="11064240" cy="621792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338328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Slides (PPTX)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291840" y="3383280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chemeClr val="bg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https://xchannel-dashboard-demo.vercel.app/xchannel-presentasi.pptx</a:t>
            </a:r>
            <a:endParaRPr lang="en-US" sz="1600" dirty="0"/>
          </a:p>
        </p:txBody>
      </p:sp>
      <p:sp>
        <p:nvSpPr>
          <p:cNvPr id="13" name="panel"/>
          <p:cNvSpPr/>
          <p:nvPr/>
        </p:nvSpPr>
        <p:spPr>
          <a:xfrm>
            <a:off x="548640" y="4160520"/>
            <a:ext cx="11064240" cy="621792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416052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Produk asli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291840" y="4160520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chemeClr val="bg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https://xchannel.id/radio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Kode demo ada di repo GitHub privat; akses diberikan saat wawancara. Dashboard tersedia dalam Bahasa Indonesia dan English, dan datanya dipulihkan setiap 3 jam.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XChannel On Air">
  <a:themeElements>
    <a:clrScheme name="XChannel On Air">
      <a:dk1>
        <a:srgbClr val="16171B"/>
      </a:dk1>
      <a:lt1>
        <a:srgbClr val="FFFFFF"/>
      </a:lt1>
      <a:dk2>
        <a:srgbClr val="25272E"/>
      </a:dk2>
      <a:lt2>
        <a:srgbClr val="AEB2BC"/>
      </a:lt2>
      <a:accent1>
        <a:srgbClr val="E0313E"/>
      </a:accent1>
      <a:accent2>
        <a:srgbClr val="F2A93B"/>
      </a:accent2>
      <a:accent3>
        <a:srgbClr val="35B57C"/>
      </a:accent3>
      <a:accent4>
        <a:srgbClr val="3A3D46"/>
      </a:accent4>
      <a:accent5>
        <a:srgbClr val="6E7383"/>
      </a:accent5>
      <a:accent6>
        <a:srgbClr val="D3D6DC"/>
      </a:accent6>
      <a:hlink>
        <a:srgbClr val="FF8A93"/>
      </a:hlink>
      <a:folHlink>
        <a:srgbClr val="D3D6DC"/>
      </a:folHlink>
    </a:clrScheme>
    <a:fontScheme name="XChannel On Ai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XChannel: dashboard jadwal siaran radio</dc:title>
  <dc:subject>PptxGenJS Presentation</dc:subject>
  <dc:creator>Enrico Saputra</dc:creator>
  <cp:lastModifiedBy>Enrico Saputra</cp:lastModifiedBy>
  <cp:revision>1</cp:revision>
  <dcterms:created xsi:type="dcterms:W3CDTF">2026-10-20T09:40:09Z</dcterms:created>
  <dcterms:modified xsi:type="dcterms:W3CDTF">2026-10-20T09:40:09Z</dcterms:modified>
</cp:coreProperties>
</file>