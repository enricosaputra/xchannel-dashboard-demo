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2fa26690-a188-be79-f6b1-7822a511513b}">
          <p14:sldIdLst>
            <p14:sldId id="256"/>
          </p14:sldIdLst>
        </p14:section>
        <p14:section name="Produk" id="{610426f5-7b70-f439-3c8f-8dfb334ca038}">
          <p14:sldIdLst>
            <p14:sldId id="257"/>
            <p14:sldId id="258"/>
          </p14:sldIdLst>
        </p14:section>
        <p14:section name="Desain sistem" id="{a1b2097d-8f9f-2ac6-b353-c572482364f9}">
          <p14:sldIdLst>
            <p14:sldId id="259"/>
            <p14:sldId id="260"/>
            <p14:sldId id="261"/>
          </p14:sldIdLst>
        </p14:section>
        <p14:section name="Aturan jadwal" id="{be2839a7-4d50-6374-528b-9ef86510ebaa}">
          <p14:sldIdLst>
            <p14:sldId id="262"/>
            <p14:sldId id="263"/>
            <p14:sldId id="264"/>
            <p14:sldId id="265"/>
          </p14:sldIdLst>
        </p14:section>
        <p14:section name="Kode" id="{ac7536fd-1922-568d-f62f-d5e65f9ef8a1}">
          <p14:sldIdLst>
            <p14:sldId id="266"/>
            <p14:sldId id="267"/>
            <p14:sldId id="268"/>
          </p14:sldIdLst>
        </p14:section>
        <p14:section name="Penutup" id="{68f7b583-699f-604e-716f-92b72393e892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XChannel adalah radio lokal di beberapa kota. Saya mengerjakan dashboard Laravel-nya. Kode asli di bawah NDA, jadi saya membangun ulang bagian radionya dengan data karangan.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halaman Xradio: daftar stasiun dan program yang sedang diputar. Semua itu datang dari data yang diatur di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dashboard adalah alat kerja tim siaran, bukan aplikasi pendengar. Angka 7 ke 1 adalah inti cerita desainnya.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menulis, aplikasi membaca lewat API. Karena itu aturan jadwal dijaga saat data disimpan, bukan saat dibaca.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adalah pusatnya. Indeks (station_id, day_of_week, starts_at) melayani cek bentrok dan query mengudara.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kuat. Struktur kolomnya sama persis; yang berbeda hanya stasiunnya. Itu data, bukan skema.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contoh di kiri benar-benar ada di data produksi. Kolom TIME tidak dipakai karena 24:00 tidak valid di sana.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Demokan langsung: Jakarta, Senin sampai Rabu 09:00-11:00. Ditolak dengan nama program yang menghalangi, dan tidak ada hari yang tersimpan.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punya pemilih hari dan jam. Pilih Jumat 21:00: Banten sedang memutar musik otomatis.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Siapkan alasan dan harga dari setiap keputusan. Contoh: pisah di tengah malam berarti dua baris untuk program larut malam.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Sama dengan produksi: Laravel dan MySQL. Demo online memakai Neon PostgreSQL karena gratis tanpa kartu kredit.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app/Services/ScheduleService.php di repo demo. Buka di layar kalau mereka ingin melihat.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demo: dashboard pada Jumat 21:00, lalu jadwal mingguan Surabaya, lalu coba tambah slot yang bentrok.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Pilih satu atau dua yang paling siap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link. Tawarkan untuk membuka demo atau kode di layar.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Jadwal siaran untuk radio lokal di beberapa kota, dan desain sistem di baliknya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bagian radio dari dashboard di atas model data asli, dengan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3304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33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PRODUK ASLI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sisi yang dilihat pendengar</a:t>
            </a:r>
            <a:endParaRPr lang="en-US" sz="3200" dirty="0"/>
          </a:p>
        </p:txBody>
      </p:sp>
      <p:pic>
        <p:nvPicPr>
          <p:cNvPr id="6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7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Beranda: radio, podcast, people, dan berita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stasiun per kota dan program yang sedang diputar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Stasiun, program, penyiar, dan jadwal di halaman Xradio diatur dari dashboard Laravel. Bagian itulah yang dibangun ulang di demo ini.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Tangkapan layar xchannel.id,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PERAN SAYA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Satu dashboard, banyak stasiun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Aplikasi XChannel memutar stream tiap stasiun dan menampilkan program yang sedang mengudara. Tim siaran mengatur semuanya dari dashboard.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Yang saya kerjakan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Stasiun: kota, frekuensi, URL dan status stream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Program dan penyiar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Jadwal mingguan per stasiun, yang dibaca aplikasi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Podcast, tangga lagu, video, berita: dashboard yang sama, di luar demo ini</a:t>
            </a:r>
            <a:endParaRPr lang="en-US" sz="1500" dirty="0"/>
          </a:p>
        </p:txBody>
      </p:sp>
      <p:sp>
        <p:nvSpPr>
          <p:cNvPr id="9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stasiun di xchannel.id hari ini</a:t>
            </a:r>
            <a:endParaRPr lang="en-US" sz="1400" dirty="0"/>
          </a:p>
        </p:txBody>
      </p:sp>
      <p:sp>
        <p:nvSpPr>
          <p:cNvPr id="12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tabel jadwal per kota menjadi satu tabel</a:t>
            </a:r>
            <a:endParaRPr lang="en-US" sz="1400" dirty="0"/>
          </a:p>
        </p:txBody>
      </p:sp>
      <p:sp>
        <p:nvSpPr>
          <p:cNvPr id="15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jam kosong diisi musik otomatis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ARSITEKTUR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Satu database, dua pembaca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Aplikasi XChannel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4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Stream radio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20" name="pill"/>
          <p:cNvSpPr/>
          <p:nvPr/>
        </p:nvSpPr>
        <p:spPr>
          <a:xfrm>
            <a:off x="9418320" y="2194560"/>
            <a:ext cx="1330452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418320" y="2194560"/>
            <a:ext cx="133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BAGIAN SAYA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Dashboard menulis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Stasiun, program, penyiar, dan jadwal.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Aplikasi membaca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"Apa yang mengudara sekarang?" lewat API.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saat simpan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Jadwal yang bentrok tidak pernah sampai ke pendengar.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MODEL DATA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Empat tabel dan satu pivot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9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2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5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8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Program yang masih terjadwal tidak bisa dihapus, hanya dinonaktifkan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81051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PRODUKSI VS DEMO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Dari tabel per kota ke satu tabel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Produksi</a:t>
            </a:r>
            <a:endParaRPr lang="en-US" sz="1800" dirty="0"/>
          </a:p>
        </p:txBody>
      </p:sp>
      <p:sp>
        <p:nvSpPr>
          <p:cNvPr id="8" name="pill"/>
          <p:cNvSpPr/>
          <p:nvPr/>
        </p:nvSpPr>
        <p:spPr>
          <a:xfrm>
            <a:off x="4677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77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TABEL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berarti tabel baru. Satu nama tabel di api_jadwal tidak cocok dengan tabel aslinya.</a:t>
            </a:r>
            <a:endParaRPr lang="en-US" sz="1300" dirty="0"/>
          </a:p>
        </p:txBody>
      </p:sp>
      <p:sp>
        <p:nvSpPr>
          <p:cNvPr id="12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4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TABEL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cukup satu baris. Foreign key menjaga relasi.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Migrasi tanpa downtime: isi tabel baru dari tabel lama, view per kota untuk API lama, pindahkan pembaca satu per satu.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7543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WAKTU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Waktu sebagai angka, bukan teks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produksi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demo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07:30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24:00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satu baris per hari. Form hanya menerima HH:MM.</a:t>
            </a:r>
            <a:endParaRPr lang="en-US" sz="1400" dirty="0"/>
          </a:p>
        </p:txBody>
      </p:sp>
      <p:sp>
        <p:nvSpPr>
          <p:cNvPr id="26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Bentrok jika masing-masing mulai sebelum yang lain selesai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Bersentuhan (10:00 lalu 10:00) boleh.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BENTROK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Aturan bentrok saat menyimpan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Senin, Jakarta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09:00-11:00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Ditolak: bentrok dengan "Pagi Jakarta" (06:00 - 10:00)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13:00-14:00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Boleh: mulai tepat saat program sebelumnya selesai</a:t>
            </a:r>
            <a:endParaRPr lang="en-US" sz="1300" dirty="0"/>
          </a:p>
        </p:txBody>
      </p:sp>
      <p:sp>
        <p:nvSpPr>
          <p:cNvPr id="27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Pesan yang jelas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Hari, jam, dan program yang menghalangi.</a:t>
            </a:r>
            <a:endParaRPr lang="en-US" sz="1300" dirty="0"/>
          </a:p>
        </p:txBody>
      </p:sp>
      <p:sp>
        <p:nvSpPr>
          <p:cNvPr id="32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Semua hari atau tidak</a:t>
            </a:r>
            <a:endParaRPr lang="en-US" sz="1500" dirty="0"/>
          </a:p>
        </p:txBody>
      </p:sp>
      <p:sp>
        <p:nvSpPr>
          <p:cNvPr id="36" name="Text 31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Senin-Jumat dalam satu transaksi.</a:t>
            </a:r>
            <a:endParaRPr lang="en-US" sz="1300" dirty="0"/>
          </a:p>
        </p:txBody>
      </p:sp>
      <p:sp>
        <p:nvSpPr>
          <p:cNvPr id="37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Lewat tengah malam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Dua slot: sampai 24:00, lalu dari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SEKARANG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Mengudara, berikutnya, dan jam kosong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Senin 08:30. Garis merah = sekarang; abu-abu = musik otomatis.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Mengudara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hari ini dengan mulai &lt;= sekarang &lt; selesai. Satu query ber-index.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Berikutnya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pertama setelah sekarang, lanjut ke hari berikutnya sampai seminggu.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Jam kosong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Dihitung dari jadwal, tidak disimpan. Jam siaran per stasiun dari 168 jam.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13842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38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KEPUTUSAN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Keputusan yang layak dibahas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73736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25673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Menit, bukan TIME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24:00 tidak valid di kolom TIME. Integer sama di MySQL, PostgreSQL, SQLite.</a:t>
            </a:r>
            <a:endParaRPr lang="en-US" sz="1400" dirty="0"/>
          </a:p>
        </p:txBody>
      </p:sp>
      <p:sp>
        <p:nvSpPr>
          <p:cNvPr id="11" name="panel"/>
          <p:cNvSpPr/>
          <p:nvPr/>
        </p:nvSpPr>
        <p:spPr>
          <a:xfrm>
            <a:off x="6172200" y="173736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59" y="225673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Pisah di tengah malam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Satu slot satu hari, jadi semua query tetap sederhana.</a:t>
            </a:r>
            <a:endParaRPr lang="en-US" sz="1400" dirty="0"/>
          </a:p>
        </p:txBody>
      </p:sp>
      <p:sp>
        <p:nvSpPr>
          <p:cNvPr id="16" name="panel"/>
          <p:cNvSpPr/>
          <p:nvPr/>
        </p:nvSpPr>
        <p:spPr>
          <a:xfrm>
            <a:off x="548640" y="397764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68680" y="4343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449701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8308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Jam siaran co-host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78308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Setiap penyiar dihitung satu slot penuh: keduanya bekerja.</a:t>
            </a:r>
            <a:endParaRPr lang="en-US" sz="1400" dirty="0"/>
          </a:p>
        </p:txBody>
      </p:sp>
      <p:sp>
        <p:nvSpPr>
          <p:cNvPr id="21" name="panel"/>
          <p:cNvSpPr/>
          <p:nvPr/>
        </p:nvSpPr>
        <p:spPr>
          <a:xfrm>
            <a:off x="6172200" y="397764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92240" y="4343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859" y="449701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Nonaktifkan, bukan hapus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Yang masih dipakai hanya bisa dinonaktifkan.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TECH STACK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Tech stack dan alasannya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9366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1783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Laravel 10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1783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Seperti produksi. Form, validasi, dan CRUD cepat; aturan tetap di satu service.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880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30339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2880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MySQL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2880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Database produksi. Tes di SQLite, demo online di PostgreSQL: kodenya tidak terikat satu database.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3977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Blade + Tailwind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4297680" y="3977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Timeline jadwal hanya HTML dan CSS, tanpa JavaScript.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50749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228539"/>
            <a:ext cx="332842" cy="33284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63040" y="5074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PHPUnit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4297680" y="5074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19 feature test untuk aturan jadwal, bahasa, dan reset demo.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KODE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Kode yang mudah dibaca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di satu service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Bentrok, simpan, pindah, mengudara, berikutnya, jam kosong.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Enum, bukan angka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Controller tipis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 untuk validasi, Clock untuk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DEMO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Aplikasi demo</a:t>
            </a:r>
            <a:endParaRPr lang="en-US" sz="3200" dirty="0"/>
          </a:p>
        </p:txBody>
      </p:sp>
      <p:pic>
        <p:nvPicPr>
          <p:cNvPr id="6" name="dashboard" descr="/workspaces/.xc-work/assets/xchannel/d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7" name="station week" descr="/workspaces/.xc-work/assets/xchannel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8" name="clash error" descr="/workspaces/.xc-work/assets/xchannel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mengudara dan jam siaran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BERIKUTNYA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akan saya tingkatkan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Migrasi ke satu tabel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78308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View per kota untuk API lama, pembaca dipindah bertahap.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6207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86207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Zona waktu per stasiun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286207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Untuk stasiun di WITA atau WIT.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410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9410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Jadwal khusus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9410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Libur dan siaran khusus tanpa mengubah pola mingguan.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02005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1554480" y="502005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Status stream otomatis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502005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live / idle / offline dari health check.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COBA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Coba sendiri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9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600" dirty="0"/>
          </a:p>
        </p:txBody>
      </p:sp>
      <p:sp>
        <p:nvSpPr>
          <p:cNvPr id="12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600" dirty="0"/>
          </a:p>
        </p:txBody>
      </p:sp>
      <p:sp>
        <p:nvSpPr>
          <p:cNvPr id="15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Produk asli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Kode demo ada di repo GitHub privat; akses diberikan saat wawancara. Dashboard tersedia dalam Bahasa Indonesia dan English, dan datanya dipulihkan setiap 3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dashboard jadwal siaran radio</dc:title>
  <dc:subject>PptxGenJS Presentation</dc:subject>
  <dc:creator>Enrico Saputra</dc:creator>
  <cp:lastModifiedBy>Enrico Saputra</cp:lastModifiedBy>
  <cp:revision>1</cp:revision>
  <dcterms:created xsi:type="dcterms:W3CDTF">2026-10-20T03:50:03Z</dcterms:created>
  <dcterms:modified xsi:type="dcterms:W3CDTF">2026-10-20T03:50:03Z</dcterms:modified>
</cp:coreProperties>
</file>