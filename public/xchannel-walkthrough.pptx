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d03031e-505d-3072-3372-92381f42dcf9}">
          <p14:sldIdLst>
            <p14:sldId id="256"/>
          </p14:sldIdLst>
        </p14:section>
        <p14:section name="Product" id="{aa866a2e-5c68-d0b0-500e-7f28dc61b923}">
          <p14:sldIdLst>
            <p14:sldId id="257"/>
            <p14:sldId id="258"/>
          </p14:sldIdLst>
        </p14:section>
        <p14:section name="System design" id="{63186283-43d1-3d79-fbde-8f876561c652}">
          <p14:sldIdLst>
            <p14:sldId id="259"/>
            <p14:sldId id="260"/>
            <p14:sldId id="261"/>
          </p14:sldIdLst>
        </p14:section>
        <p14:section name="Schedule rules" id="{bafb4401-d889-cf00-b8d0-8c40abdf2379}">
          <p14:sldIdLst>
            <p14:sldId id="262"/>
            <p14:sldId id="263"/>
            <p14:sldId id="264"/>
            <p14:sldId id="265"/>
          </p14:sldIdLst>
        </p14:section>
        <p14:section name="Code" id="{ac2c2f0a-7f64-0110-077c-427ee75b1a9f}">
          <p14:sldIdLst>
            <p14:sldId id="266"/>
            <p14:sldId id="267"/>
            <p14:sldId id="268"/>
          </p14:sldIdLst>
        </p14:section>
        <p14:section name="Closing" id="{b1704706-ff13-8126-5c9f-59e8bf7a7fa7}">
          <p14:sldIdLst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XChannel is local radio in several cities. I worked on its Laravel dashboard. The real code is under NDA, so I rebuilt the radio part with made-up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at the Xradio page: the station list and the show that is playing. All of it comes from data managed in the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clear the dashboard is the broadcast team's tool, not the listener app. The 7 to 1 number is the heart of the design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writes, the app reads through its API. That is why the schedule rules are enforced on save, not on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schedule_slots is the centre. The index on (station_id, day_of_week, starts_at) serves both the overlap check and the on-air query.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strongest design point. The columns are identical; only the station differs. That is data, not schema.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example on the left really is in the production data. A TIME column is not used because 24:00 is not valid in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it live: Jakarta, Monday to Wednesday 09:00-11:00. Refused with the name of the show in the way, and no day is saved.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dashboard has a day and time picker. Pick Friday 21:00: Banten is playing automated music.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the reason and the cost of each ready. For example, splitting at midnight means two rows for a late-night show.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as production: Laravel and MySQL. The online demo uses Neon PostgreSQL because it is free without a credit 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app/Services/ScheduleService.php in the demo repo. Open it on screen if they want to see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order: the dashboard on Friday 21:00, then Surabaya's week, then try adding an overlapping slot.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Pick the one or two you are most ready to discuss.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links. Offer to open the demo or the code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ver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XC Content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355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XChannel  ·  Enrico Saputra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hyperlink" Target="https://xchannel-dashboard-demo.vercel.app" TargetMode="External"/><Relationship Id="rId2" Type="http://schemas.openxmlformats.org/officeDocument/2006/relationships/hyperlink" Target="https://xchannel-dashboard-demo.vercel.app/xchannel-walkthrough.pdf" TargetMode="External"/><Relationship Id="rId3" Type="http://schemas.openxmlformats.org/officeDocument/2006/relationships/hyperlink" Target="https://xchannel-dashboard-demo.vercel.app/xchannel-walkthrough.pptx" TargetMode="External"/><Relationship Id="rId4" Type="http://schemas.openxmlformats.org/officeDocument/2006/relationships/hyperlink" Target="https://xchannel.id/radio" TargetMode="External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Xradio page" descr="/workspaces/.xc-work/assets/xchannel/radio-ta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79592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09360" y="0"/>
            <a:ext cx="5879592" cy="6858000"/>
          </a:xfrm>
          <a:prstGeom prst="rect">
            <a:avLst/>
          </a:prstGeom>
          <a:solidFill>
            <a:schemeClr val="tx1">
              <a:alpha val="55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4" name="pill"/>
          <p:cNvSpPr/>
          <p:nvPr/>
        </p:nvSpPr>
        <p:spPr>
          <a:xfrm>
            <a:off x="640080" y="1417320"/>
            <a:ext cx="200253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40080" y="141732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XRADIO · DASHBOARD</a:t>
            </a:r>
            <a:endParaRPr lang="en-US" sz="1000" dirty="0"/>
          </a:p>
        </p:txBody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640080" y="19202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XChannel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3108960"/>
            <a:ext cx="5303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The broadcast schedule for local radio in several cities, and the system behind it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0749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Enrico Saputra  ·  Backend developer, Laravel dashboard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553212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5"/>
                </a:solidFill>
              </a:rPr>
              <a:t>Client code and data are private. The demo rebuilds the radio part of the dashboard on the real data model, with made-up data.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81051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THE REAL PRODUCT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xchannel.id, the side listeners see</a:t>
            </a:r>
            <a:endParaRPr lang="en-US" sz="3200" dirty="0"/>
          </a:p>
        </p:txBody>
      </p:sp>
      <p:pic>
        <p:nvPicPr>
          <p:cNvPr id="6" name="xchannel.id home" descr="/workspaces/.xc-work/assets/xchannel/ho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91640"/>
            <a:ext cx="5394960" cy="2669085"/>
          </a:xfrm>
          <a:prstGeom prst="rect">
            <a:avLst/>
          </a:prstGeom>
        </p:spPr>
      </p:pic>
      <p:pic>
        <p:nvPicPr>
          <p:cNvPr id="7" name="xchannel.id radio" descr="/workspaces/.xc-work/assets/xchannel/rad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5352" y="1691640"/>
            <a:ext cx="5394960" cy="2669085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548640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Home: radio, podcasts, people and news</a:t>
            </a:r>
            <a:endParaRPr lang="en-US" sz="1200" dirty="0"/>
          </a:p>
        </p:txBody>
      </p:sp>
      <p:sp>
        <p:nvSpPr>
          <p:cNvPr id="9" name="Text 4"/>
          <p:cNvSpPr txBox="1"/>
          <p:nvPr/>
        </p:nvSpPr>
        <p:spPr>
          <a:xfrm>
            <a:off x="6245352" y="4452165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Xradio: stations per city and the show that is playing</a:t>
            </a:r>
            <a:endParaRPr lang="en-US" sz="12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498348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The stations, shows, hosts and schedule on the Xradio page are managed in the Laravel dashboard. That is the part this demo rebuilds.</a:t>
            </a:r>
            <a:endParaRPr lang="en-US" sz="17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Screenshots of xchannel.id, October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MY PART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One dashboard, many stations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2"/>
                </a:solidFill>
              </a:rPr>
              <a:t>The XChannel app plays each station's stream and shows what is on air. The broadcast team runs all of it from the dashboard.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92608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What I built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429000"/>
            <a:ext cx="60350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Stations: city, frequency, stream URL and status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Shows and hosts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Each station's weekly schedule, which the app reads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Podcasts, chart, video, news: same dashboard, outside this demo</a:t>
            </a:r>
            <a:endParaRPr lang="en-US" sz="1500" dirty="0"/>
          </a:p>
        </p:txBody>
      </p:sp>
      <p:sp>
        <p:nvSpPr>
          <p:cNvPr id="9" name="panel"/>
          <p:cNvSpPr/>
          <p:nvPr/>
        </p:nvSpPr>
        <p:spPr>
          <a:xfrm>
            <a:off x="7223760" y="1691640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98080" y="1691640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8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9418320" y="1691640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stations on xchannel.id today</a:t>
            </a:r>
            <a:endParaRPr lang="en-US" sz="1400" dirty="0"/>
          </a:p>
        </p:txBody>
      </p:sp>
      <p:sp>
        <p:nvSpPr>
          <p:cNvPr id="12" name="panel"/>
          <p:cNvSpPr/>
          <p:nvPr/>
        </p:nvSpPr>
        <p:spPr>
          <a:xfrm>
            <a:off x="7223760" y="3172968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498080" y="3172968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7 → 1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9418320" y="3172968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per-city schedule tables become one</a:t>
            </a:r>
            <a:endParaRPr lang="en-US" sz="1400" dirty="0"/>
          </a:p>
        </p:txBody>
      </p:sp>
      <p:sp>
        <p:nvSpPr>
          <p:cNvPr id="15" name="panel"/>
          <p:cNvSpPr/>
          <p:nvPr/>
        </p:nvSpPr>
        <p:spPr>
          <a:xfrm>
            <a:off x="7223760" y="4654296"/>
            <a:ext cx="4389120" cy="1261872"/>
          </a:xfrm>
          <a:prstGeom prst="roundRect">
            <a:avLst>
              <a:gd name="adj" fmla="val 57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7498080" y="4654296"/>
            <a:ext cx="192024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24/7</a:t>
            </a:r>
            <a:endParaRPr lang="en-US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9418320" y="4654296"/>
            <a:ext cx="201168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empty hours play automated music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426464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ARCHITECTURE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One database, two readers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731520" y="178308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78308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XChannel app</a:t>
            </a:r>
            <a:endParaRPr lang="en-US" sz="1500" dirty="0"/>
          </a:p>
        </p:txBody>
      </p:sp>
      <p:sp>
        <p:nvSpPr>
          <p:cNvPr id="8" name="panel"/>
          <p:cNvSpPr/>
          <p:nvPr/>
        </p:nvSpPr>
        <p:spPr>
          <a:xfrm>
            <a:off x="3931920" y="1783080"/>
            <a:ext cx="2011680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931920" y="17830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API</a:t>
            </a:r>
            <a:endParaRPr lang="en-US" sz="1500" dirty="0"/>
          </a:p>
        </p:txBody>
      </p:sp>
      <p:sp>
        <p:nvSpPr>
          <p:cNvPr id="10" name="panel"/>
          <p:cNvSpPr/>
          <p:nvPr/>
        </p:nvSpPr>
        <p:spPr>
          <a:xfrm>
            <a:off x="6766560" y="2606040"/>
            <a:ext cx="2011680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766560" y="2606040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MySQL</a:t>
            </a:r>
            <a:endParaRPr lang="en-US" sz="1500" dirty="0"/>
          </a:p>
        </p:txBody>
      </p:sp>
      <p:sp>
        <p:nvSpPr>
          <p:cNvPr id="12" name="panel"/>
          <p:cNvSpPr/>
          <p:nvPr/>
        </p:nvSpPr>
        <p:spPr>
          <a:xfrm>
            <a:off x="9418320" y="2606040"/>
            <a:ext cx="219456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4183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Laravel dashboard</a:t>
            </a:r>
            <a:endParaRPr lang="en-US" sz="1500" dirty="0"/>
          </a:p>
        </p:txBody>
      </p:sp>
      <p:sp>
        <p:nvSpPr>
          <p:cNvPr id="14" name="panel"/>
          <p:cNvSpPr/>
          <p:nvPr/>
        </p:nvSpPr>
        <p:spPr>
          <a:xfrm>
            <a:off x="731520" y="3429000"/>
            <a:ext cx="237744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34290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Radio streams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108960" y="214884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943600" y="2148840"/>
            <a:ext cx="822960" cy="6858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 flipH="1">
            <a:off x="8778240" y="3017520"/>
            <a:ext cx="64008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19" name="Shape 16"/>
          <p:cNvSpPr/>
          <p:nvPr/>
        </p:nvSpPr>
        <p:spPr>
          <a:xfrm>
            <a:off x="1920240" y="2514600"/>
            <a:ext cx="914" cy="91440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dash"/>
            <a:tailEnd type="triangle"/>
          </a:ln>
        </p:spPr>
      </p:sp>
      <p:sp>
        <p:nvSpPr>
          <p:cNvPr id="20" name="pill"/>
          <p:cNvSpPr/>
          <p:nvPr/>
        </p:nvSpPr>
        <p:spPr>
          <a:xfrm>
            <a:off x="9418320" y="219456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418320" y="219456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accent1"/>
                </a:solidFill>
              </a:rPr>
              <a:t>MY PART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dashboard writes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Stations, shows, hosts and the schedule.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429768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app reads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429768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"What is on air now?" through its API.</a:t>
            </a:r>
            <a:endParaRPr lang="en-US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046720" y="46177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Rules on save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046720" y="50292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 overlapping schedule never reaches a listener.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DATA MODEL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Four tables and one pivot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stations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city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frequency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stream_url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stream_status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9" name="panel"/>
          <p:cNvSpPr/>
          <p:nvPr/>
        </p:nvSpPr>
        <p:spPr>
          <a:xfrm>
            <a:off x="4709160" y="1691640"/>
            <a:ext cx="2743200" cy="2057400"/>
          </a:xfrm>
          <a:prstGeom prst="roundRect">
            <a:avLst>
              <a:gd name="adj" fmla="val 3556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9204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schedule_slots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2194560"/>
            <a:ext cx="2468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station_id →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  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day_of_week  1..7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   0..1440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ends_at      0..1440</a:t>
            </a:r>
            <a:endParaRPr lang="en-US" sz="1200" dirty="0"/>
          </a:p>
        </p:txBody>
      </p:sp>
      <p:sp>
        <p:nvSpPr>
          <p:cNvPr id="12" name="panel"/>
          <p:cNvSpPr/>
          <p:nvPr/>
        </p:nvSpPr>
        <p:spPr>
          <a:xfrm>
            <a:off x="8869680" y="1691640"/>
            <a:ext cx="2743200" cy="1508760"/>
          </a:xfrm>
          <a:prstGeom prst="roundRect">
            <a:avLst>
              <a:gd name="adj" fmla="val 484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052560" y="1801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shows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9052560" y="2194560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title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description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5" name="panel"/>
          <p:cNvSpPr/>
          <p:nvPr/>
        </p:nvSpPr>
        <p:spPr>
          <a:xfrm>
            <a:off x="8869680" y="39776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052560" y="40873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hosts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9052560" y="44805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name, bio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is_active</a:t>
            </a:r>
            <a:endParaRPr lang="en-US" sz="1200" dirty="0"/>
          </a:p>
        </p:txBody>
      </p:sp>
      <p:sp>
        <p:nvSpPr>
          <p:cNvPr id="18" name="panel"/>
          <p:cNvSpPr/>
          <p:nvPr/>
        </p:nvSpPr>
        <p:spPr>
          <a:xfrm>
            <a:off x="4709160" y="4206240"/>
            <a:ext cx="2743200" cy="1234440"/>
          </a:xfrm>
          <a:prstGeom prst="roundRect">
            <a:avLst>
              <a:gd name="adj" fmla="val 592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4892040" y="431596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host_show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4892040" y="470916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show_id →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host_id → hosts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329184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 flipH="1">
            <a:off x="7452360" y="256032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7452360" y="4754880"/>
            <a:ext cx="141732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452360" y="3108960"/>
            <a:ext cx="1417320" cy="1325880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5" name="Text 22"/>
          <p:cNvSpPr txBox="1"/>
          <p:nvPr/>
        </p:nvSpPr>
        <p:spPr>
          <a:xfrm>
            <a:off x="548640" y="4206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 show still on the schedule cannot be deleted, only made inactive (restrict on delete).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200253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2002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PRODUCTION VS DEMO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From a table per city to one table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Production</a:t>
            </a:r>
            <a:endParaRPr lang="en-US" sz="1800" dirty="0"/>
          </a:p>
        </p:txBody>
      </p:sp>
      <p:sp>
        <p:nvSpPr>
          <p:cNvPr id="8" name="pill"/>
          <p:cNvSpPr/>
          <p:nvPr/>
        </p:nvSpPr>
        <p:spPr>
          <a:xfrm>
            <a:off x="4581144" y="1920240"/>
            <a:ext cx="1042416" cy="27432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81144" y="192024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7 TABLES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radio.api_jadwal = 'jadwal_radio_woman'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jdwl_radio_bandung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jdwl_radio_surabaya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jdwl_radio_suramadu  ...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judul_siaran, hari_siaran,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waktu_siaran, penyiar (text)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 new station means a new table. One name in api_jadwal does not match the real table.</a:t>
            </a:r>
            <a:endParaRPr lang="en-US" sz="1300" dirty="0"/>
          </a:p>
        </p:txBody>
      </p:sp>
      <p:sp>
        <p:nvSpPr>
          <p:cNvPr id="12" name="panel"/>
          <p:cNvSpPr/>
          <p:nvPr/>
        </p:nvSpPr>
        <p:spPr>
          <a:xfrm>
            <a:off x="6263640" y="1691640"/>
            <a:ext cx="5349240" cy="3794760"/>
          </a:xfrm>
          <a:prstGeom prst="roundRect">
            <a:avLst>
              <a:gd name="adj" fmla="val 1928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537960" y="1874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Demo</a:t>
            </a:r>
            <a:endParaRPr lang="en-US" sz="1800" dirty="0"/>
          </a:p>
        </p:txBody>
      </p:sp>
      <p:sp>
        <p:nvSpPr>
          <p:cNvPr id="14" name="pill"/>
          <p:cNvSpPr/>
          <p:nvPr/>
        </p:nvSpPr>
        <p:spPr>
          <a:xfrm>
            <a:off x="10392156" y="1920240"/>
            <a:ext cx="946404" cy="2743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392156" y="1920240"/>
            <a:ext cx="9464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tx1"/>
                </a:solidFill>
              </a:rPr>
              <a:t>1 TABLE</a:t>
            </a:r>
            <a:endParaRPr lang="en-US" sz="1000" dirty="0"/>
          </a:p>
        </p:txBody>
      </p:sp>
      <p:sp>
        <p:nvSpPr>
          <p:cNvPr id="16" name="Text 13"/>
          <p:cNvSpPr txBox="1"/>
          <p:nvPr/>
        </p:nvSpPr>
        <p:spPr>
          <a:xfrm>
            <a:off x="6537960" y="2423160"/>
            <a:ext cx="48463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schedule_slots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station_id  -&gt; stations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show_id     -&gt; shows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day_of_week, starts_at, ends_at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host_show (show_id, host_id)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537960" y="457200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A new station is one row. Foreign keys keep it consistent.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No-downtime migration: fill the new table from the old ones, keep a view per city for the old API, move readers one by one.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65836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TIME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Time as numbers, not text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In production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senin-jumat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3154680" y="219456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154680" y="219456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Senin- Jumat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54864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Monday-Friday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3154680" y="283464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154680" y="2834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6:00 AM - 10:00 AM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4864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08.00-09.00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3154680" y="3474720"/>
            <a:ext cx="2423160" cy="4572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154680" y="347472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20:00-24:00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852160" y="3108960"/>
            <a:ext cx="822960" cy="914"/>
          </a:xfrm>
          <a:prstGeom prst="line">
            <a:avLst/>
          </a:prstGeom>
          <a:noFill/>
          <a:ln w="19050">
            <a:solidFill>
              <a:schemeClr val="accent5"/>
            </a:solidFill>
            <a:prstDash val="solid"/>
            <a:tailEnd type="triangle"/>
          </a:ln>
        </p:spPr>
      </p:sp>
      <p:sp>
        <p:nvSpPr>
          <p:cNvPr id="20" name="Text 17"/>
          <p:cNvSpPr txBox="1"/>
          <p:nvPr/>
        </p:nvSpPr>
        <p:spPr>
          <a:xfrm>
            <a:off x="694944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2"/>
                </a:solidFill>
              </a:rPr>
              <a:t>In the demo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694944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450</a:t>
            </a:r>
            <a:endParaRPr lang="en-US" sz="4800" dirty="0"/>
          </a:p>
        </p:txBody>
      </p:sp>
      <p:sp>
        <p:nvSpPr>
          <p:cNvPr id="22" name="Text 19"/>
          <p:cNvSpPr txBox="1"/>
          <p:nvPr/>
        </p:nvSpPr>
        <p:spPr>
          <a:xfrm>
            <a:off x="694944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minutes = 07:30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9326880" y="214884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1440</a:t>
            </a:r>
            <a:endParaRPr lang="en-US" sz="4800" dirty="0"/>
          </a:p>
        </p:txBody>
      </p:sp>
      <p:sp>
        <p:nvSpPr>
          <p:cNvPr id="24" name="Text 21"/>
          <p:cNvSpPr txBox="1"/>
          <p:nvPr/>
        </p:nvSpPr>
        <p:spPr>
          <a:xfrm>
            <a:off x="9326880" y="3063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minutes = 24:00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6949440" y="356616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day_of_week 1-7 (ISO), one row per day. The form takes HH:MM only.</a:t>
            </a:r>
            <a:endParaRPr lang="en-US" sz="1400" dirty="0"/>
          </a:p>
        </p:txBody>
      </p:sp>
      <p:sp>
        <p:nvSpPr>
          <p:cNvPr id="26" name="panel"/>
          <p:cNvSpPr/>
          <p:nvPr/>
        </p:nvSpPr>
        <p:spPr>
          <a:xfrm>
            <a:off x="548640" y="4526280"/>
            <a:ext cx="11064240" cy="1554480"/>
          </a:xfrm>
          <a:prstGeom prst="roundRect">
            <a:avLst>
              <a:gd name="adj" fmla="val 470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822960" y="4709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Two slots overlap when each starts before the other ends</a:t>
            </a:r>
            <a:endParaRPr lang="en-US" sz="1600" dirty="0"/>
          </a:p>
        </p:txBody>
      </p:sp>
      <p:sp>
        <p:nvSpPr>
          <p:cNvPr id="28" name="Text 25"/>
          <p:cNvSpPr txBox="1"/>
          <p:nvPr/>
        </p:nvSpPr>
        <p:spPr>
          <a:xfrm>
            <a:off x="822960" y="516636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starts_at &lt; :end  AND  ends_at &gt; :start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822960" y="56235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Touching (10:00 then 10:00) is fine.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04241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OVERLAPS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overlap rule on save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26517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52628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90068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2011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Monday, Jakarta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2651760" y="201168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910328" y="2057400"/>
            <a:ext cx="145694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46904" y="2011680"/>
            <a:ext cx="140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Jakarta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403848" y="2057400"/>
            <a:ext cx="1083564" cy="365760"/>
          </a:xfrm>
          <a:prstGeom prst="roundRect">
            <a:avLst>
              <a:gd name="adj" fmla="val 125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40424" y="2011680"/>
            <a:ext cx="1028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Jam Makan Siang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48640" y="27889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New 09:00-11:00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2651760" y="278892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6030468" y="2834640"/>
            <a:ext cx="710184" cy="365760"/>
          </a:xfrm>
          <a:prstGeom prst="roundRect">
            <a:avLst>
              <a:gd name="adj" fmla="val 125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067044" y="2788920"/>
            <a:ext cx="655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Ngobrol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2651760" y="331927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Refused: clashes with "Pagi Jakarta" (06:00 - 10:00)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7490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New 13:00-14:00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2651760" y="3749040"/>
            <a:ext cx="8961120" cy="457200"/>
          </a:xfrm>
          <a:prstGeom prst="roundRect">
            <a:avLst>
              <a:gd name="adj" fmla="val 1200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523988" y="3794760"/>
            <a:ext cx="336804" cy="365760"/>
          </a:xfrm>
          <a:prstGeom prst="roundRect">
            <a:avLst>
              <a:gd name="adj" fmla="val 13575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560564" y="3749040"/>
            <a:ext cx="2819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1"/>
                </a:solidFill>
              </a:rPr>
              <a:t>OK</a:t>
            </a:r>
            <a:endParaRPr lang="en-US" sz="1000" dirty="0"/>
          </a:p>
        </p:txBody>
      </p:sp>
      <p:sp>
        <p:nvSpPr>
          <p:cNvPr id="26" name="Text 23"/>
          <p:cNvSpPr txBox="1"/>
          <p:nvPr/>
        </p:nvSpPr>
        <p:spPr>
          <a:xfrm>
            <a:off x="2651760" y="427939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Allowed: starts exactly when the previous show ends</a:t>
            </a:r>
            <a:endParaRPr lang="en-US" sz="1300" dirty="0"/>
          </a:p>
        </p:txBody>
      </p:sp>
      <p:sp>
        <p:nvSpPr>
          <p:cNvPr id="27" name="panel"/>
          <p:cNvSpPr/>
          <p:nvPr/>
        </p:nvSpPr>
        <p:spPr>
          <a:xfrm>
            <a:off x="54864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77724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7941" y="5104181"/>
            <a:ext cx="261518" cy="26151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146304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 clear message</a:t>
            </a:r>
            <a:endParaRPr lang="en-US" sz="1500" dirty="0"/>
          </a:p>
        </p:txBody>
      </p:sp>
      <p:sp>
        <p:nvSpPr>
          <p:cNvPr id="31" name="Text 27"/>
          <p:cNvSpPr txBox="1"/>
          <p:nvPr/>
        </p:nvSpPr>
        <p:spPr>
          <a:xfrm>
            <a:off x="146304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Day, time and the show in the way.</a:t>
            </a:r>
            <a:endParaRPr lang="en-US" sz="1300" dirty="0"/>
          </a:p>
        </p:txBody>
      </p:sp>
      <p:sp>
        <p:nvSpPr>
          <p:cNvPr id="32" name="panel"/>
          <p:cNvSpPr/>
          <p:nvPr/>
        </p:nvSpPr>
        <p:spPr>
          <a:xfrm>
            <a:off x="429768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52628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6981" y="5104181"/>
            <a:ext cx="261518" cy="261518"/>
          </a:xfrm>
          <a:prstGeom prst="rect">
            <a:avLst/>
          </a:prstGeom>
        </p:spPr>
      </p:pic>
      <p:sp>
        <p:nvSpPr>
          <p:cNvPr id="35" name="Text 30"/>
          <p:cNvSpPr txBox="1"/>
          <p:nvPr/>
        </p:nvSpPr>
        <p:spPr>
          <a:xfrm>
            <a:off x="521208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All days or none</a:t>
            </a:r>
            <a:endParaRPr lang="en-US" sz="1500" dirty="0"/>
          </a:p>
        </p:txBody>
      </p:sp>
      <p:sp>
        <p:nvSpPr>
          <p:cNvPr id="36" name="Text 31"/>
          <p:cNvSpPr txBox="1"/>
          <p:nvPr/>
        </p:nvSpPr>
        <p:spPr>
          <a:xfrm>
            <a:off x="521208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Monday to Friday in one transaction.</a:t>
            </a:r>
            <a:endParaRPr lang="en-US" sz="1300" dirty="0"/>
          </a:p>
        </p:txBody>
      </p:sp>
      <p:sp>
        <p:nvSpPr>
          <p:cNvPr id="37" name="panel"/>
          <p:cNvSpPr/>
          <p:nvPr/>
        </p:nvSpPr>
        <p:spPr>
          <a:xfrm>
            <a:off x="8046720" y="4754880"/>
            <a:ext cx="3520440" cy="1325880"/>
          </a:xfrm>
          <a:prstGeom prst="roundRect">
            <a:avLst>
              <a:gd name="adj" fmla="val 551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38" name="Shape 33"/>
          <p:cNvSpPr/>
          <p:nvPr/>
        </p:nvSpPr>
        <p:spPr>
          <a:xfrm>
            <a:off x="8275320" y="49834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3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96021" y="5104181"/>
            <a:ext cx="261518" cy="261518"/>
          </a:xfrm>
          <a:prstGeom prst="rect">
            <a:avLst/>
          </a:prstGeom>
        </p:spPr>
      </p:pic>
      <p:sp>
        <p:nvSpPr>
          <p:cNvPr id="40" name="Text 34"/>
          <p:cNvSpPr txBox="1"/>
          <p:nvPr/>
        </p:nvSpPr>
        <p:spPr>
          <a:xfrm>
            <a:off x="8961120" y="49377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Past midnight</a:t>
            </a:r>
            <a:endParaRPr lang="en-US" sz="1500" dirty="0"/>
          </a:p>
        </p:txBody>
      </p:sp>
      <p:sp>
        <p:nvSpPr>
          <p:cNvPr id="41" name="Text 35"/>
          <p:cNvSpPr txBox="1"/>
          <p:nvPr/>
        </p:nvSpPr>
        <p:spPr>
          <a:xfrm>
            <a:off x="8961120" y="532180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Two slots: until 24:00, then from 00:00.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13842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1384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RIGHT NOW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On air, up next, and empty hours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00:00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294894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06:00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71500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12:00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4810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18:00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0881360" y="1691640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24:00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548640" y="2011680"/>
            <a:ext cx="11064240" cy="594360"/>
          </a:xfrm>
          <a:prstGeom prst="roundRect">
            <a:avLst>
              <a:gd name="adj" fmla="val 9231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32988" y="2057400"/>
            <a:ext cx="180746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369564" y="2011680"/>
            <a:ext cx="1752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Pagi Banten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7943088" y="2057400"/>
            <a:ext cx="1346454" cy="502920"/>
          </a:xfrm>
          <a:prstGeom prst="roundRect">
            <a:avLst>
              <a:gd name="adj" fmla="val 909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979664" y="2011680"/>
            <a:ext cx="12915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Jalan Pulang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467225" y="1901952"/>
            <a:ext cx="914" cy="813816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48640" y="27432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XChannel Banten, Monday 08:30. Red line = now; grey = automated music.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4864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3811219"/>
            <a:ext cx="332842" cy="332842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54864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On air</a:t>
            </a:r>
            <a:endParaRPr lang="en-US" sz="1800" dirty="0"/>
          </a:p>
        </p:txBody>
      </p:sp>
      <p:sp>
        <p:nvSpPr>
          <p:cNvPr id="21" name="Text 17"/>
          <p:cNvSpPr txBox="1"/>
          <p:nvPr/>
        </p:nvSpPr>
        <p:spPr>
          <a:xfrm>
            <a:off x="54864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Today's slot with start &lt;= now &lt; end. One indexed query.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29768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1299" y="3811219"/>
            <a:ext cx="332842" cy="33284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429768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Up next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429768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The first slot after now, rolling into the next days for up to a week.</a:t>
            </a:r>
            <a:endParaRPr lang="en-US" sz="1500" dirty="0"/>
          </a:p>
        </p:txBody>
      </p:sp>
      <p:sp>
        <p:nvSpPr>
          <p:cNvPr id="26" name="Shape 21"/>
          <p:cNvSpPr/>
          <p:nvPr/>
        </p:nvSpPr>
        <p:spPr>
          <a:xfrm>
            <a:off x="8046720" y="36576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00339" y="381121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8046720" y="452628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Empty hours</a:t>
            </a:r>
            <a:endParaRPr lang="en-US" sz="1800" dirty="0"/>
          </a:p>
        </p:txBody>
      </p:sp>
      <p:sp>
        <p:nvSpPr>
          <p:cNvPr id="29" name="Text 23"/>
          <p:cNvSpPr txBox="1"/>
          <p:nvPr/>
        </p:nvSpPr>
        <p:spPr>
          <a:xfrm>
            <a:off x="8046720" y="4983480"/>
            <a:ext cx="3474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Worked out from the schedule, not stored. Airtime per station out of 168 hours.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13842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1384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DECISIONS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Decisions worth talking about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73736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8680" y="21031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299" y="225673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783080" y="2103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Minutes, not TIME</a:t>
            </a:r>
            <a:endParaRPr lang="en-US" sz="1800" dirty="0"/>
          </a:p>
        </p:txBody>
      </p:sp>
      <p:sp>
        <p:nvSpPr>
          <p:cNvPr id="10" name="Text 6"/>
          <p:cNvSpPr txBox="1"/>
          <p:nvPr/>
        </p:nvSpPr>
        <p:spPr>
          <a:xfrm>
            <a:off x="1783080" y="260604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24:00 is not a valid TIME. Integers behave the same on MySQL, PostgreSQL and SQLite.</a:t>
            </a:r>
            <a:endParaRPr lang="en-US" sz="1400" dirty="0"/>
          </a:p>
        </p:txBody>
      </p:sp>
      <p:sp>
        <p:nvSpPr>
          <p:cNvPr id="11" name="panel"/>
          <p:cNvSpPr/>
          <p:nvPr/>
        </p:nvSpPr>
        <p:spPr>
          <a:xfrm>
            <a:off x="6172200" y="173736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492240" y="210312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859" y="2256739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210312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Split at midnight</a:t>
            </a:r>
            <a:endParaRPr lang="en-US" sz="18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260604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One slot, one day, so every query stays simple.</a:t>
            </a:r>
            <a:endParaRPr lang="en-US" sz="1400" dirty="0"/>
          </a:p>
        </p:txBody>
      </p:sp>
      <p:sp>
        <p:nvSpPr>
          <p:cNvPr id="16" name="panel"/>
          <p:cNvSpPr/>
          <p:nvPr/>
        </p:nvSpPr>
        <p:spPr>
          <a:xfrm>
            <a:off x="548640" y="397764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868680" y="4343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2299" y="449701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783080" y="43434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Co-host airtime</a:t>
            </a:r>
            <a:endParaRPr lang="en-US" sz="1800" dirty="0"/>
          </a:p>
        </p:txBody>
      </p:sp>
      <p:sp>
        <p:nvSpPr>
          <p:cNvPr id="20" name="Text 14"/>
          <p:cNvSpPr txBox="1"/>
          <p:nvPr/>
        </p:nvSpPr>
        <p:spPr>
          <a:xfrm>
            <a:off x="1783080" y="484632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Each host counts the full slot: both of them work it.</a:t>
            </a:r>
            <a:endParaRPr lang="en-US" sz="1400" dirty="0"/>
          </a:p>
        </p:txBody>
      </p:sp>
      <p:sp>
        <p:nvSpPr>
          <p:cNvPr id="21" name="panel"/>
          <p:cNvSpPr/>
          <p:nvPr/>
        </p:nvSpPr>
        <p:spPr>
          <a:xfrm>
            <a:off x="6172200" y="3977640"/>
            <a:ext cx="5440680" cy="2011680"/>
          </a:xfrm>
          <a:prstGeom prst="roundRect">
            <a:avLst>
              <a:gd name="adj" fmla="val 3636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492240" y="434340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5859" y="4497019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34340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Deactivate, not delete</a:t>
            </a:r>
            <a:endParaRPr lang="en-US" sz="18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846320"/>
            <a:ext cx="3931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Anything still in use can only be made inactive.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12344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TECH STACK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Tech stack and why</a:t>
            </a:r>
            <a:endParaRPr lang="en-US" sz="3200" dirty="0"/>
          </a:p>
        </p:txBody>
      </p:sp>
      <p:sp>
        <p:nvSpPr>
          <p:cNvPr id="6" name="Shape 3"/>
          <p:cNvSpPr/>
          <p:nvPr/>
        </p:nvSpPr>
        <p:spPr>
          <a:xfrm>
            <a:off x="548640" y="178308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2259" y="193669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178308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Laravel 10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4297680" y="17830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As in production. Forms, validation and CRUD are quick; the rules stay in one service.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548640" y="288036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3033979"/>
            <a:ext cx="332842" cy="3328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463040" y="2880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MySQL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4297680" y="288036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The production database. Tests on SQLite, online demo on PostgreSQL: the code is not tied to one.</a:t>
            </a:r>
            <a:endParaRPr lang="en-US" sz="1500" dirty="0"/>
          </a:p>
        </p:txBody>
      </p:sp>
      <p:sp>
        <p:nvSpPr>
          <p:cNvPr id="14" name="Shape 9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463040" y="397764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Blade + Tailwind</a:t>
            </a:r>
            <a:endParaRPr lang="en-US" sz="2000" dirty="0"/>
          </a:p>
        </p:txBody>
      </p:sp>
      <p:sp>
        <p:nvSpPr>
          <p:cNvPr id="17" name="Text 11"/>
          <p:cNvSpPr txBox="1"/>
          <p:nvPr/>
        </p:nvSpPr>
        <p:spPr>
          <a:xfrm>
            <a:off x="4297680" y="397764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The schedule timelines are plain HTML and CSS, no JavaScript.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5074920"/>
            <a:ext cx="640080" cy="64008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228539"/>
            <a:ext cx="332842" cy="332842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463040" y="50749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PHPUnit</a:t>
            </a:r>
            <a:endParaRPr lang="en-US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4297680" y="507492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19 feature tests for the schedule rules, language and demo reset.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65836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CODE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Code that reads easily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691640"/>
            <a:ext cx="6858000" cy="4434840"/>
          </a:xfrm>
          <a:prstGeom prst="roundRect">
            <a:avLst>
              <a:gd name="adj" fmla="val 1649"/>
            </a:avLst>
          </a:prstGeom>
          <a:solidFill>
            <a:srgbClr val="101114"/>
          </a:solidFill>
          <a:ln w="12700">
            <a:solidFill>
              <a:srgbClr val="10111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965960"/>
            <a:ext cx="64008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function clash(int $stationId, Day $day,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$start, int $end, ?int $ignoreId = null)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Two ranges overlap when each one starts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before the other ends. Touching is fine.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ScheduleSlot::with('show')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-&gt;where('station_id', $stationId)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-&gt;where('day_of_week', $day-&gt;value)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-&gt;where('starts_at', '&lt;', $end)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-&gt;where('ends_at', '&gt;', $start)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-&gt;when($ignoreId, fn ($q) =&gt;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$q-&gt;whereKeyNot($ignoreId))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-&gt;first();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772400" y="17373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Rules in one service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7772400" y="214884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Clash, schedule, move, on air, up next, gaps.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772400" y="3200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Enums, not numbers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361188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Day (ISO 1-7), StreamStatus.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4663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Thin controllers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7772400" y="5074920"/>
            <a:ext cx="3840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FormRequests validate, Clock parses times.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65836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DEMO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The demo app</a:t>
            </a:r>
            <a:endParaRPr lang="en-US" sz="3200" dirty="0"/>
          </a:p>
        </p:txBody>
      </p:sp>
      <p:pic>
        <p:nvPicPr>
          <p:cNvPr id="6" name="dashboard" descr="/workspaces/.xc-work/assets/xchannel/d-en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91640"/>
            <a:ext cx="5486400" cy="4229100"/>
          </a:xfrm>
          <a:prstGeom prst="rect">
            <a:avLst/>
          </a:prstGeom>
        </p:spPr>
      </p:pic>
      <p:pic>
        <p:nvPicPr>
          <p:cNvPr id="7" name="station week" descr="/workspaces/.xc-work/assets/xchannel/d-en-st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1691640"/>
            <a:ext cx="5349240" cy="2191703"/>
          </a:xfrm>
          <a:prstGeom prst="rect">
            <a:avLst/>
          </a:prstGeom>
        </p:spPr>
      </p:pic>
      <p:pic>
        <p:nvPicPr>
          <p:cNvPr id="8" name="clash error" descr="/workspaces/.xc-work/assets/xchannel/d-en-clash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4069080"/>
            <a:ext cx="5349240" cy="1968818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548640" y="6035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Dashboard: on air and airtime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65836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NEXT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What I would improve</a:t>
            </a:r>
            <a:endParaRPr lang="en-US" sz="3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8308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01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1554480" y="17830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Move to one table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178308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A view per city for the old API, readers moved over gradually.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862072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02</a:t>
            </a:r>
            <a:endParaRPr lang="en-US" sz="320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2862072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 time zone per station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2862072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For stations in WITA or WIT.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3941064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03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1554480" y="3941064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One-off changes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3941064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Holidays and special broadcasts without editing the weekly pattern.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48640" y="5020056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04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1554480" y="5020056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Stream status from the stream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5394960" y="5020056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live / idle / offline from a health check.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ll"/>
          <p:cNvSpPr/>
          <p:nvPr/>
        </p:nvSpPr>
        <p:spPr>
          <a:xfrm>
            <a:off x="548640" y="320040"/>
            <a:ext cx="850392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48640" y="320040"/>
            <a:ext cx="850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50" kern="0" dirty="0">
                <a:solidFill>
                  <a:schemeClr val="bg1"/>
                </a:solidFill>
              </a:rPr>
              <a:t>TRY IT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548640" y="713232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Try it yourself</a:t>
            </a:r>
            <a:endParaRPr lang="en-US" sz="3200" dirty="0"/>
          </a:p>
        </p:txBody>
      </p:sp>
      <p:sp>
        <p:nvSpPr>
          <p:cNvPr id="6" name="panel"/>
          <p:cNvSpPr/>
          <p:nvPr/>
        </p:nvSpPr>
        <p:spPr>
          <a:xfrm>
            <a:off x="548640" y="182880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22960" y="1828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Live demo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291840" y="182880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</a:t>
            </a:r>
            <a:endParaRPr lang="en-US" sz="1600" dirty="0"/>
          </a:p>
        </p:txBody>
      </p:sp>
      <p:sp>
        <p:nvSpPr>
          <p:cNvPr id="9" name="panel"/>
          <p:cNvSpPr/>
          <p:nvPr/>
        </p:nvSpPr>
        <p:spPr>
          <a:xfrm>
            <a:off x="548640" y="260604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2960" y="260604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(PDF)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3291840" y="260604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https://xchannel-dashboard-demo.vercel.app/xchannel-walkthrough.pdf</a:t>
            </a:r>
            <a:endParaRPr lang="en-US" sz="1600" dirty="0"/>
          </a:p>
        </p:txBody>
      </p:sp>
      <p:sp>
        <p:nvSpPr>
          <p:cNvPr id="12" name="panel"/>
          <p:cNvSpPr/>
          <p:nvPr/>
        </p:nvSpPr>
        <p:spPr>
          <a:xfrm>
            <a:off x="548640" y="338328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22960" y="33832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Slides (PPTX)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3291840" y="338328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https://xchannel-dashboard-demo.vercel.app/xchannel-walkthrough.pptx</a:t>
            </a:r>
            <a:endParaRPr lang="en-US" sz="1600" dirty="0"/>
          </a:p>
        </p:txBody>
      </p:sp>
      <p:sp>
        <p:nvSpPr>
          <p:cNvPr id="15" name="panel"/>
          <p:cNvSpPr/>
          <p:nvPr/>
        </p:nvSpPr>
        <p:spPr>
          <a:xfrm>
            <a:off x="548640" y="4160520"/>
            <a:ext cx="11064240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2960" y="416052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2"/>
                </a:solidFill>
              </a:rPr>
              <a:t>Real product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3291840" y="4160520"/>
            <a:ext cx="8138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u="sng" dirty="0">
                <a:solidFill>
                  <a:schemeClr val="bg1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https://xchannel.id/radio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2"/>
                </a:solidFill>
              </a:rPr>
              <a:t>The demo code is in a private GitHub repo; access is given during the interview. The dashboard speaks Bahasa Indonesia and English, and its data is restored every 3 hours.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XChannel On Air">
  <a:themeElements>
    <a:clrScheme name="XChannel On Air">
      <a:dk1>
        <a:srgbClr val="16171B"/>
      </a:dk1>
      <a:lt1>
        <a:srgbClr val="FFFFFF"/>
      </a:lt1>
      <a:dk2>
        <a:srgbClr val="25272E"/>
      </a:dk2>
      <a:lt2>
        <a:srgbClr val="AEB2BC"/>
      </a:lt2>
      <a:accent1>
        <a:srgbClr val="E0313E"/>
      </a:accent1>
      <a:accent2>
        <a:srgbClr val="F2A93B"/>
      </a:accent2>
      <a:accent3>
        <a:srgbClr val="35B57C"/>
      </a:accent3>
      <a:accent4>
        <a:srgbClr val="3A3D46"/>
      </a:accent4>
      <a:accent5>
        <a:srgbClr val="6E7383"/>
      </a:accent5>
      <a:accent6>
        <a:srgbClr val="D3D6DC"/>
      </a:accent6>
      <a:hlink>
        <a:srgbClr val="FF8A93"/>
      </a:hlink>
      <a:folHlink>
        <a:srgbClr val="D3D6DC"/>
      </a:folHlink>
    </a:clrScheme>
    <a:fontScheme name="XChannel On Ai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XChannel: the radio schedule dashboard</dc:title>
  <dc:subject>PptxGenJS Presentation</dc:subject>
  <dc:creator>Enrico Saputra</dc:creator>
  <cp:lastModifiedBy>Enrico Saputra</cp:lastModifiedBy>
  <cp:revision>1</cp:revision>
  <dcterms:created xsi:type="dcterms:W3CDTF">2026-10-20T03:05:15Z</dcterms:created>
  <dcterms:modified xsi:type="dcterms:W3CDTF">2026-10-20T03:05:15Z</dcterms:modified>
</cp:coreProperties>
</file>