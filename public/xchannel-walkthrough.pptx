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53417bd-0e11-e0cd-7dad-5b189dba7f84}">
          <p14:sldIdLst>
            <p14:sldId id="256"/>
          </p14:sldIdLst>
        </p14:section>
        <p14:section name="Product" id="{bf09dcae-eb45-b4ff-ffdb-69d122692dea}">
          <p14:sldIdLst>
            <p14:sldId id="257"/>
            <p14:sldId id="258"/>
            <p14:sldId id="259"/>
            <p14:sldId id="260"/>
          </p14:sldIdLst>
        </p14:section>
        <p14:section name="System design" id="{d21d0a71-1de8-f84b-6b6e-1cac9d5da5aa}">
          <p14:sldIdLst>
            <p14:sldId id="261"/>
            <p14:sldId id="262"/>
            <p14:sldId id="263"/>
            <p14:sldId id="264"/>
          </p14:sldIdLst>
        </p14:section>
        <p14:section name="Schedule rules" id="{440ef6f3-0bba-a886-8734-e1fa4c9db5e1}">
          <p14:sldIdLst>
            <p14:sldId id="265"/>
            <p14:sldId id="266"/>
            <p14:sldId id="267"/>
          </p14:sldIdLst>
        </p14:section>
        <p14:section name="Code" id="{e710a1a9-5742-144c-6e07-119cbbb0391a}">
          <p14:sldIdLst>
            <p14:sldId id="268"/>
            <p14:sldId id="269"/>
            <p14:sldId id="270"/>
          </p14:sldIdLst>
        </p14:section>
        <p14:section name="Closing" id="{095bd436-9b19-4864-e486-28bc0b916d57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XChannel is local radio in several cities. I worked on its Laravel dashboard. The real code is under NDA, so I rebuilt the radio part with made-up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Xradio page: the station list and the show that is playing. All of it comes from data managed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clear the dashboard is the broadcast team's tool, not the listener app. The 7 to 1 number is the heart of the design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from the listener's point of view, then show the part of the dashboard that makes it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demo dashboard menus, the same as the part of the production dashboard I worked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writes, the app reads through its API. That is why the schedule rules are enforced on save, not on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schedule_slots is the centre. The index on (station_id, day_of_week, starts_at) serves both the overlap check and the on-air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right: master data, then documents, then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design point. The columns are identical; only the station differs. That is data, not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example on the left really is in the production data. A TIME column is not used because 24:00 is not valid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it live: Jakarta, Monday to Wednesday 09:00-11:00. Refused with the name of the show in the way, and no day is saved.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has a day and time picker. Pick Friday 21:00: Banten is playing automated music.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row, have one example from this project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app/Services/ScheduleService.php in the demo repo. Open it on screen if they want to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order: the dashboard on Friday 21:00, then Surabaya's week, then try adding an overlapping slot.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links. Offer to open the demo or the code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XChannel  ·  Enrico Saputra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walkthrough.pdf" TargetMode="External"/><Relationship Id="rId3" Type="http://schemas.openxmlformats.org/officeDocument/2006/relationships/hyperlink" Target="https://xchannel-dashboard-demo.vercel.app/xchannel-walkthrough.pptx" TargetMode="External"/><Relationship Id="rId4" Type="http://schemas.openxmlformats.org/officeDocument/2006/relationships/hyperlink" Target="https://xchannel.id/radio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Xradio page" descr="/workspaces/.xc-work/assets/xchannel/radio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pill"/>
          <p:cNvSpPr/>
          <p:nvPr/>
        </p:nvSpPr>
        <p:spPr>
          <a:xfrm>
            <a:off x="640080" y="1417320"/>
            <a:ext cx="200253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XRADIO · DASHBOARD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XChannel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1089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The broadcast schedule for local radio in several cities, and the system behind it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Laravel dashboard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5321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Client code and data are private. The demo rebuilds the radio part of the dashboard on the real data model, with made-up data.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xchannel.id, the side listeners see</a:t>
            </a:r>
            <a:endParaRPr lang="en-US" sz="3200" dirty="0"/>
          </a:p>
        </p:txBody>
      </p:sp>
      <p:pic>
        <p:nvPicPr>
          <p:cNvPr id="4" name="xchannel.id home" descr="/workspaces/.xc-work/assets/xchannel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2669085"/>
          </a:xfrm>
          <a:prstGeom prst="rect">
            <a:avLst/>
          </a:prstGeom>
        </p:spPr>
      </p:pic>
      <p:pic>
        <p:nvPicPr>
          <p:cNvPr id="5" name="xchannel.id radio" descr="/workspaces/.xc-work/assets/xchannel/ra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91640"/>
            <a:ext cx="5394960" cy="2669085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Home: radio, podcasts, people and news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6245352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Xradio: stations per city and the show that is playing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The stations, shows, hosts and schedule on the Xradio page are managed in the Laravel dashboard. That is the part this demo rebuilds.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Screenshots of xchannel.id,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I built at XChannel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XChannel app plays each station's stream and shows what is on air. The broadcast team runs all of it from the dashboard.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26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What I built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Stations: city, frequency, stream URL and status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Shows and hosts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Each station's weekly schedule, which the app reads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Podcasts, chart, video, news: same dashboard, outside this demo</a:t>
            </a:r>
            <a:endParaRPr lang="en-US" sz="1500" dirty="0"/>
          </a:p>
        </p:txBody>
      </p:sp>
      <p:sp>
        <p:nvSpPr>
          <p:cNvPr id="7" name="panel"/>
          <p:cNvSpPr/>
          <p:nvPr/>
        </p:nvSpPr>
        <p:spPr>
          <a:xfrm>
            <a:off x="7223760" y="1691640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1691640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1691640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stations on xchannel.id today</a:t>
            </a:r>
            <a:endParaRPr lang="en-US" sz="1400" dirty="0"/>
          </a:p>
        </p:txBody>
      </p:sp>
      <p:sp>
        <p:nvSpPr>
          <p:cNvPr id="10" name="panel"/>
          <p:cNvSpPr/>
          <p:nvPr/>
        </p:nvSpPr>
        <p:spPr>
          <a:xfrm>
            <a:off x="7223760" y="3172968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3172968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→ 1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3172968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per-city schedule tables become one</a:t>
            </a:r>
            <a:endParaRPr lang="en-US" sz="1400" dirty="0"/>
          </a:p>
        </p:txBody>
      </p:sp>
      <p:sp>
        <p:nvSpPr>
          <p:cNvPr id="13" name="panel"/>
          <p:cNvSpPr/>
          <p:nvPr/>
        </p:nvSpPr>
        <p:spPr>
          <a:xfrm>
            <a:off x="7223760" y="4654296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4654296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24/7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9418320" y="4654296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empty hours play automated music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About the app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5257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XChannel is a media app, "That Speak to You": local radio in several cities (Xradio), podcasts (XPodcast), articles (Xpeople) and news (Xnews). Listeners play the radio streams live on the web or in the app.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1546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Who uses it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118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Listeners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5020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Play their city's station and see the show and host on air.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507992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Broadcast team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846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Run the stations, shows, hosts and schedule in the dashboard.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404104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Content team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74243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Manage podcasts, articles and news in the same dashboard.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User journey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446520" y="2194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86600" y="210312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listener opens Xradio and picks their city's station.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4652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4652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871216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station's stream starts playing.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446520" y="373075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46520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36393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app shows the show and host on air right now.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46520" y="44988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4652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86600" y="4407408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listener sees what is next and this week's schedule.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46520" y="526694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4652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086600" y="51755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Behind the scenes, the broadcast team edits the schedule and the app follows.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the dashboard contains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57784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Menu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What it does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Data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Dashboard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On air and up next per station, empty hours, airtime per host and station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schedule_slots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Stations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City, frequency, stream URL and status, plus the station's week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stations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Schedule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Add, edit and remove slots; overlap check; one form for several days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schedule_slots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Shows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Title, description, hosts and active status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shows, host_show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Hosts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Name, bio, the shows they host and their airtime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hosts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Also in production (not in the demo)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Podcasts, music chart, video, news, games and member points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–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One database, two readers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731520" y="178308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XChannel app</a:t>
            </a:r>
            <a:endParaRPr lang="en-US" sz="1500" dirty="0"/>
          </a:p>
        </p:txBody>
      </p:sp>
      <p:sp>
        <p:nvSpPr>
          <p:cNvPr id="6" name="panel"/>
          <p:cNvSpPr/>
          <p:nvPr/>
        </p:nvSpPr>
        <p:spPr>
          <a:xfrm>
            <a:off x="3931920" y="178308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API</a:t>
            </a:r>
            <a:endParaRPr lang="en-US" sz="1500" dirty="0"/>
          </a:p>
        </p:txBody>
      </p:sp>
      <p:sp>
        <p:nvSpPr>
          <p:cNvPr id="8" name="panel"/>
          <p:cNvSpPr/>
          <p:nvPr/>
        </p:nvSpPr>
        <p:spPr>
          <a:xfrm>
            <a:off x="6766560" y="260604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</p:txBody>
      </p:sp>
      <p:sp>
        <p:nvSpPr>
          <p:cNvPr id="10" name="panel"/>
          <p:cNvSpPr/>
          <p:nvPr/>
        </p:nvSpPr>
        <p:spPr>
          <a:xfrm>
            <a:off x="9418320" y="26060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Laravel dashboard</a:t>
            </a:r>
            <a:endParaRPr lang="en-US" sz="1500" dirty="0"/>
          </a:p>
        </p:txBody>
      </p:sp>
      <p:sp>
        <p:nvSpPr>
          <p:cNvPr id="12" name="panel"/>
          <p:cNvSpPr/>
          <p:nvPr/>
        </p:nvSpPr>
        <p:spPr>
          <a:xfrm>
            <a:off x="731520" y="342900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429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Radio streams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108960" y="214884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943600" y="2148840"/>
            <a:ext cx="822960" cy="6858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 flipH="1">
            <a:off x="8778240" y="3017520"/>
            <a:ext cx="64008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920240" y="2514600"/>
            <a:ext cx="914" cy="9144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18" name="pill"/>
          <p:cNvSpPr/>
          <p:nvPr/>
        </p:nvSpPr>
        <p:spPr>
          <a:xfrm>
            <a:off x="9418320" y="219456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18320" y="219456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MY PART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dashboard writes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Stations, shows, hosts and the schedule.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9768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app reads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"What is on air now?" through its API.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Rules on save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 overlapping schedule never reaches a listener.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Four tables and one pivot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stations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city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stream_url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7" name="panel"/>
          <p:cNvSpPr/>
          <p:nvPr/>
        </p:nvSpPr>
        <p:spPr>
          <a:xfrm>
            <a:off x="470916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9204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schedule_slots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station_id →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  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day_of_week  1..7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   0..1440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ends_at      0..1440</a:t>
            </a:r>
            <a:endParaRPr lang="en-US" sz="1200" dirty="0"/>
          </a:p>
        </p:txBody>
      </p:sp>
      <p:sp>
        <p:nvSpPr>
          <p:cNvPr id="10" name="panel"/>
          <p:cNvSpPr/>
          <p:nvPr/>
        </p:nvSpPr>
        <p:spPr>
          <a:xfrm>
            <a:off x="8869680" y="1691640"/>
            <a:ext cx="27432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05256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shows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21945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3" name="panel"/>
          <p:cNvSpPr/>
          <p:nvPr/>
        </p:nvSpPr>
        <p:spPr>
          <a:xfrm>
            <a:off x="8869680" y="39776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05256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4480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bio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6" name="panel"/>
          <p:cNvSpPr/>
          <p:nvPr/>
        </p:nvSpPr>
        <p:spPr>
          <a:xfrm>
            <a:off x="4709160" y="42062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92040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host_show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892040" y="4709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host_id → hosts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29184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H="1">
            <a:off x="745236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452360" y="475488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7452360" y="3108960"/>
            <a:ext cx="1417320" cy="13258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206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 show still on the schedule cannot be deleted, only made inactive (restrict on delete).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Database structure (ERD)</a:t>
            </a:r>
            <a:endParaRPr lang="en-US" sz="3200" dirty="0"/>
          </a:p>
        </p:txBody>
      </p:sp>
      <p:pic>
        <p:nvPicPr>
          <p:cNvPr id="4" name="ERD" descr="/workspaces/.xc-work/erd/xchannel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113251" cy="5120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73371" y="1417320"/>
            <a:ext cx="55395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6073371" y="1801368"/>
            <a:ext cx="55395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One row = one show, one day, one station.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073371" y="2606040"/>
            <a:ext cx="55395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starts_at, ends_at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073371" y="2990088"/>
            <a:ext cx="55395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since 00:00, from 0 to 1440.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073371" y="3794760"/>
            <a:ext cx="55395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073371" y="4178808"/>
            <a:ext cx="55395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Many-to-many between shows and hosts.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073371" y="4983480"/>
            <a:ext cx="55395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 key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073371" y="5367528"/>
            <a:ext cx="55395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All restrict on delete: anything in use cannot be deleted.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From a table per city to one table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Production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4581144" y="1920240"/>
            <a:ext cx="1042416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81144" y="19202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7 TABLES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radio.api_jadwal = 'jadwal_radio_woman'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jdwl_radio_bandung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jdwl_radio_surabaya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jdwl_radio_suramadu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judul_siaran, hari_siaran,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waktu_siaran, penyiar (text)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 new station means a new table. One name in api_jadwal does not match the real table.</a:t>
            </a:r>
            <a:endParaRPr lang="en-US" sz="1300" dirty="0"/>
          </a:p>
        </p:txBody>
      </p:sp>
      <p:sp>
        <p:nvSpPr>
          <p:cNvPr id="10" name="panel"/>
          <p:cNvSpPr/>
          <p:nvPr/>
        </p:nvSpPr>
        <p:spPr>
          <a:xfrm>
            <a:off x="6263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37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Demo</a:t>
            </a:r>
            <a:endParaRPr lang="en-US" sz="1800" dirty="0"/>
          </a:p>
        </p:txBody>
      </p:sp>
      <p:sp>
        <p:nvSpPr>
          <p:cNvPr id="12" name="pill"/>
          <p:cNvSpPr/>
          <p:nvPr/>
        </p:nvSpPr>
        <p:spPr>
          <a:xfrm>
            <a:off x="10392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92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1 TABLE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station_id  -&gt;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show_id     -&gt;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day_of_week, starts_at, ends_at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 (show_id, host_id)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 new station is one row. Foreign keys keep it consistent.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No-downtime migration: fill the new table from the old ones, keep a view per city for the old API, move readers one by 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Time as numbers, not text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In production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senin-jumat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15468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5468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 Jumat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Monday-Friday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15468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6:00 AM - 10:00 AM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08.00-09.00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15468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5468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20:00-24:00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310896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69494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In the demo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450</a:t>
            </a:r>
            <a:endParaRPr lang="en-US" sz="48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= 07:30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32688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1440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932688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= 24:00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4944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day_of_week 1-7 (ISO), one row per day. The form takes HH:MM only.</a:t>
            </a:r>
            <a:endParaRPr lang="en-US" sz="1400" dirty="0"/>
          </a:p>
        </p:txBody>
      </p:sp>
      <p:sp>
        <p:nvSpPr>
          <p:cNvPr id="24" name="panel"/>
          <p:cNvSpPr/>
          <p:nvPr/>
        </p:nvSpPr>
        <p:spPr>
          <a:xfrm>
            <a:off x="548640" y="4526280"/>
            <a:ext cx="11064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Two slots overlap when each starts before the other ends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166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&lt; :end  AND  ends_at &gt; :start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Touching (10:00 then 10:00) is fine.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overlap rule on save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26517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0068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Monday, Jakarta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651760" y="201168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10328" y="2057400"/>
            <a:ext cx="145694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46904" y="2011680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Jakarta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3848" y="2057400"/>
            <a:ext cx="108356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0424" y="2011680"/>
            <a:ext cx="1028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Jam Makan Siang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New 09:00-11:00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651760" y="278892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030468" y="2834640"/>
            <a:ext cx="710184" cy="36576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67044" y="2788920"/>
            <a:ext cx="655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Ngobrol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651760" y="33192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Refused: clashes with "Pagi Jakarta" (06:00 - 10:00)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New 13:00-14:00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51760" y="374904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23988" y="3794760"/>
            <a:ext cx="336804" cy="365760"/>
          </a:xfrm>
          <a:prstGeom prst="roundRect">
            <a:avLst>
              <a:gd name="adj" fmla="val 1357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60564" y="3749040"/>
            <a:ext cx="281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OK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2651760" y="42793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Allowed: starts exactly when the previous show ends</a:t>
            </a:r>
            <a:endParaRPr lang="en-US" sz="1300" dirty="0"/>
          </a:p>
        </p:txBody>
      </p:sp>
      <p:sp>
        <p:nvSpPr>
          <p:cNvPr id="25" name="panel"/>
          <p:cNvSpPr/>
          <p:nvPr/>
        </p:nvSpPr>
        <p:spPr>
          <a:xfrm>
            <a:off x="54864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104181"/>
            <a:ext cx="261518" cy="26151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6304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 clear message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46304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Day, time and the show in the way.</a:t>
            </a:r>
            <a:endParaRPr lang="en-US" sz="1300" dirty="0"/>
          </a:p>
        </p:txBody>
      </p:sp>
      <p:sp>
        <p:nvSpPr>
          <p:cNvPr id="30" name="panel"/>
          <p:cNvSpPr/>
          <p:nvPr/>
        </p:nvSpPr>
        <p:spPr>
          <a:xfrm>
            <a:off x="429768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5104181"/>
            <a:ext cx="261518" cy="26151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521208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All days or none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521208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Monday to Friday in one transaction.</a:t>
            </a:r>
            <a:endParaRPr lang="en-US" sz="1300" dirty="0"/>
          </a:p>
        </p:txBody>
      </p:sp>
      <p:sp>
        <p:nvSpPr>
          <p:cNvPr id="35" name="panel"/>
          <p:cNvSpPr/>
          <p:nvPr/>
        </p:nvSpPr>
        <p:spPr>
          <a:xfrm>
            <a:off x="804672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827532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5104181"/>
            <a:ext cx="261518" cy="2615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96112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Past midnight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896112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Two slots: until 24:00, then from 00:00.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 air, up next, and empty hours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29489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4810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11064240" cy="59436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32988" y="2057400"/>
            <a:ext cx="180746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69564" y="201168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Banten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943088" y="2057400"/>
            <a:ext cx="134645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79664" y="2011680"/>
            <a:ext cx="12915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Jalan Pulang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67225" y="1901952"/>
            <a:ext cx="914" cy="813816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XChannel Banten, Monday 08:30. Red line = now; grey = automated music.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3811219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On air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Today's slot with start &lt;= now &lt; end. One indexed query.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429768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299" y="381121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Up next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29768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The first slot after now, rolling into the next days for up to a week.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39" y="3811219"/>
            <a:ext cx="332842" cy="33284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Empty hours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04672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Worked out from the schedule, not stored. Airtime per station out of 168 hours.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Why this stack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Choice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Why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Same as production; forms and validation are quick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MySQL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The production database. The same code runs on SQLite (tests) and PostgreSQL (online demo)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Blade + Tailwind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The timelines are plain HTML and CSS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PHPUnit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19 feature tests on the schedule rules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overlap check is one query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6858000" cy="4434840"/>
          </a:xfrm>
          <a:prstGeom prst="roundRect">
            <a:avLst>
              <a:gd name="adj" fmla="val 1649"/>
            </a:avLst>
          </a:prstGeom>
          <a:solidFill>
            <a:srgbClr val="101114"/>
          </a:solidFill>
          <a:ln w="12700">
            <a:solidFill>
              <a:srgbClr val="10111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function clash(int $stationId, Day $day,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$start, int $end, ?int $ignoreId 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Two ranges overlap when each one starts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the other ends. Touching is fine.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ScheduleSlot::with('show')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-&gt;where('station_id', $stationId)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-&gt;where('day_of_week', $day-&gt;value)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-&gt;where('starts_at', '&lt;', $end)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-&gt;where('ends_at', '&gt;', $start)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-&gt;when($ignoreId, fn ($q) =&gt;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$q-&gt;whereKeyNot($ignoreId))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-&gt;first();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Rules in one service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148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Clash, schedule, move, on air, up next, gaps.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Enums, not numbers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Day (ISO 1-7), StreamStatus.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Thin controllers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5074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FormRequests validate, Clock parses times.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Demo: dashboard, schedule, a refused slot</a:t>
            </a:r>
            <a:endParaRPr lang="en-US" sz="3200" dirty="0"/>
          </a:p>
        </p:txBody>
      </p:sp>
      <p:pic>
        <p:nvPicPr>
          <p:cNvPr id="4" name="dashboard" descr="/workspaces/.xc-work/assets/xchannel/d-en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486400" cy="4229100"/>
          </a:xfrm>
          <a:prstGeom prst="rect">
            <a:avLst/>
          </a:prstGeom>
        </p:spPr>
      </p:pic>
      <p:pic>
        <p:nvPicPr>
          <p:cNvPr id="5" name="station week" descr="/workspaces/.xc-work/assets/xchannel/d-en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349240" cy="2191703"/>
          </a:xfrm>
          <a:prstGeom prst="rect">
            <a:avLst/>
          </a:prstGeom>
        </p:spPr>
      </p:pic>
      <p:pic>
        <p:nvPicPr>
          <p:cNvPr id="6" name="clash error" descr="/workspaces/.xc-work/assets/xchannel/d-en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69080"/>
            <a:ext cx="5349240" cy="1968818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Dashboard: on air and airtime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Demo, slides and the real product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82880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28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Live demo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291840" y="182880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600" dirty="0"/>
          </a:p>
        </p:txBody>
      </p:sp>
      <p:sp>
        <p:nvSpPr>
          <p:cNvPr id="7" name="panel"/>
          <p:cNvSpPr/>
          <p:nvPr/>
        </p:nvSpPr>
        <p:spPr>
          <a:xfrm>
            <a:off x="548640" y="260604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260604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https://xchannel-dashboard-demo.vercel.app/xchannel-walkthrough.pdf</a:t>
            </a:r>
            <a:endParaRPr lang="en-US" sz="1600" dirty="0"/>
          </a:p>
        </p:txBody>
      </p:sp>
      <p:sp>
        <p:nvSpPr>
          <p:cNvPr id="10" name="panel"/>
          <p:cNvSpPr/>
          <p:nvPr/>
        </p:nvSpPr>
        <p:spPr>
          <a:xfrm>
            <a:off x="548640" y="338328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383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338328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https://xchannel-dashboard-demo.vercel.app/xchannel-walkthrough.pptx</a:t>
            </a:r>
            <a:endParaRPr lang="en-US" sz="1600" dirty="0"/>
          </a:p>
        </p:txBody>
      </p:sp>
      <p:sp>
        <p:nvSpPr>
          <p:cNvPr id="13" name="panel"/>
          <p:cNvSpPr/>
          <p:nvPr/>
        </p:nvSpPr>
        <p:spPr>
          <a:xfrm>
            <a:off x="548640" y="416052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1605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Real product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416052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https://xchannel.id/radio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demo code is in a private GitHub repo; access is given during the interview. The dashboard speaks Bahasa Indonesia and English, and its data is restored every 3 hours.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Channel On Air">
  <a:themeElements>
    <a:clrScheme name="XChannel On Air">
      <a:dk1>
        <a:srgbClr val="16171B"/>
      </a:dk1>
      <a:lt1>
        <a:srgbClr val="FFFFFF"/>
      </a:lt1>
      <a:dk2>
        <a:srgbClr val="25272E"/>
      </a:dk2>
      <a:lt2>
        <a:srgbClr val="AEB2BC"/>
      </a:lt2>
      <a:accent1>
        <a:srgbClr val="E0313E"/>
      </a:accent1>
      <a:accent2>
        <a:srgbClr val="F2A93B"/>
      </a:accent2>
      <a:accent3>
        <a:srgbClr val="35B57C"/>
      </a:accent3>
      <a:accent4>
        <a:srgbClr val="3A3D46"/>
      </a:accent4>
      <a:accent5>
        <a:srgbClr val="6E7383"/>
      </a:accent5>
      <a:accent6>
        <a:srgbClr val="D3D6DC"/>
      </a:accent6>
      <a:hlink>
        <a:srgbClr val="FF8A93"/>
      </a:hlink>
      <a:folHlink>
        <a:srgbClr val="D3D6DC"/>
      </a:folHlink>
    </a:clrScheme>
    <a:fontScheme name="XChannel On Ai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the radio schedule dashboard</dc:title>
  <dc:subject>PptxGenJS Presentation</dc:subject>
  <dc:creator>Enrico Saputra</dc:creator>
  <cp:lastModifiedBy>Enrico Saputra</cp:lastModifiedBy>
  <cp:revision>1</cp:revision>
  <dcterms:created xsi:type="dcterms:W3CDTF">2026-10-20T09:40:12Z</dcterms:created>
  <dcterms:modified xsi:type="dcterms:W3CDTF">2026-10-20T09:40:12Z</dcterms:modified>
</cp:coreProperties>
</file>