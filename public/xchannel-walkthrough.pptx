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0e8fe06-0b6a-fb60-e693-9286a57fdcf4}">
          <p14:sldIdLst>
            <p14:sldId id="256"/>
          </p14:sldIdLst>
        </p14:section>
        <p14:section name="Product" id="{1aba2f6a-0564-35c6-0b15-c6e8902619d4}">
          <p14:sldIdLst>
            <p14:sldId id="257"/>
            <p14:sldId id="258"/>
          </p14:sldIdLst>
        </p14:section>
        <p14:section name="System design" id="{1512f466-6089-6823-4ae9-b1ce5a7b1fa1}">
          <p14:sldIdLst>
            <p14:sldId id="259"/>
            <p14:sldId id="260"/>
            <p14:sldId id="261"/>
            <p14:sldId id="262"/>
          </p14:sldIdLst>
        </p14:section>
        <p14:section name="Schedule rules" id="{27480c34-b82f-5e98-bed2-5e66cf588772}">
          <p14:sldIdLst>
            <p14:sldId id="263"/>
            <p14:sldId id="264"/>
            <p14:sldId id="265"/>
          </p14:sldIdLst>
        </p14:section>
        <p14:section name="Code" id="{742d8a1d-dca9-b517-609b-ab8db5725529}">
          <p14:sldIdLst>
            <p14:sldId id="266"/>
            <p14:sldId id="267"/>
            <p14:sldId id="268"/>
          </p14:sldIdLst>
        </p14:section>
        <p14:section name="Closing" id="{93b85473-00bd-f22e-c176-a9213ed365a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XChannel is local radio in several cities. I worked on its Laravel dashboard. The real code is under NDA, so I rebuilt the radio part with made-up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Xradio page: the station list and the show that is playing. All of it comes from data managed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the dashboard is the broadcast team's tool, not the listener app. The 7 to 1 number is the heart of the design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writes, the app reads through its API. That is why the schedule rules are enforced on save, not on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schedule_slots is the centre. The index on (station_id, day_of_week, starts_at) serves both the overlap check and the on-air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right: master data, then documents, then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design point. The columns are identical; only the station differs. That is data, not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example on the left really is in the production data. A TIME column is not used because 24:00 is not valid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it live: Jakarta, Monday to Wednesday 09:00-11:00. Refused with the name of the show in the way, and no day is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has a day and time picker. Pick Friday 21:00: Banten is playing automated music.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row, have one example from this project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app/Services/ScheduleService.php in the demo repo. Open it on screen if they want to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the dashboard on Friday 21:00, then Surabaya's week, then try adding an overlapping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links. Offer to open the demo or the code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394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C 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XChannel  ·  Enrico Saputra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xchannel-dashboard-demo.vercel.app" TargetMode="External"/><Relationship Id="rId2" Type="http://schemas.openxmlformats.org/officeDocument/2006/relationships/hyperlink" Target="https://xchannel-dashboard-demo.vercel.app/xchannel-walkthrough.pdf" TargetMode="External"/><Relationship Id="rId3" Type="http://schemas.openxmlformats.org/officeDocument/2006/relationships/hyperlink" Target="https://xchannel-dashboard-demo.vercel.app/xchannel-walkthrough.pptx" TargetMode="External"/><Relationship Id="rId4" Type="http://schemas.openxmlformats.org/officeDocument/2006/relationships/hyperlink" Target="https://xchannel.id/radio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Xradio page" descr="/workspaces/.xc-work/assets/xchannel/radio-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ill"/>
          <p:cNvSpPr/>
          <p:nvPr/>
        </p:nvSpPr>
        <p:spPr>
          <a:xfrm>
            <a:off x="640080" y="1417320"/>
            <a:ext cx="200253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</a:rPr>
              <a:t>XRADIO · DASHBOARD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9202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XChannel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089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The broadcast schedule for local radio in several cities, and the system behind it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Enrico Saputra  ·  Backend developer, Laravel dashboard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532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Client code and data are private. The demo rebuilds the radio part of the dashboard on the real data model, with made-up data.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xchannel.id, the side listeners see</a:t>
            </a:r>
            <a:endParaRPr lang="en-US" sz="3200" dirty="0"/>
          </a:p>
        </p:txBody>
      </p:sp>
      <p:pic>
        <p:nvPicPr>
          <p:cNvPr id="4" name="xchannel.id home" descr="/workspaces/.xc-work/assets/xchannel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2669085"/>
          </a:xfrm>
          <a:prstGeom prst="rect">
            <a:avLst/>
          </a:prstGeom>
        </p:spPr>
      </p:pic>
      <p:pic>
        <p:nvPicPr>
          <p:cNvPr id="5" name="xchannel.id radio" descr="/workspaces/.xc-work/assets/xchannel/ra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91640"/>
            <a:ext cx="5394960" cy="266908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445216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Home: radio, podcasts, people and news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6245352" y="445216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Xradio: stations per city and the show that is playing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983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The stations, shows, hosts and schedule on the Xradio page are managed in the Laravel dashboard. That is the part this demo rebuilds.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Screenshots of xchannel.id,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I built at XChannel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XChannel app plays each station's stream and shows what is on air. The broadcast team runs all of it from the dashboard.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I built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Stations: city, frequency, stream URL and status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Shows and hosts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station's weekly schedule, which the app reads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Podcasts, chart, video, news: same dashboard, outside this demo</a:t>
            </a:r>
            <a:endParaRPr lang="en-US" sz="1500" dirty="0"/>
          </a:p>
        </p:txBody>
      </p:sp>
      <p:sp>
        <p:nvSpPr>
          <p:cNvPr id="7" name="panel"/>
          <p:cNvSpPr/>
          <p:nvPr/>
        </p:nvSpPr>
        <p:spPr>
          <a:xfrm>
            <a:off x="7223760" y="1691640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0" y="169164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1691640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stations on xchannel.id today</a:t>
            </a:r>
            <a:endParaRPr lang="en-US" sz="1400" dirty="0"/>
          </a:p>
        </p:txBody>
      </p:sp>
      <p:sp>
        <p:nvSpPr>
          <p:cNvPr id="10" name="panel"/>
          <p:cNvSpPr/>
          <p:nvPr/>
        </p:nvSpPr>
        <p:spPr>
          <a:xfrm>
            <a:off x="7223760" y="3172968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3172968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 → 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3172968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per-city schedule tables become one</a:t>
            </a:r>
            <a:endParaRPr lang="en-US" sz="1400" dirty="0"/>
          </a:p>
        </p:txBody>
      </p:sp>
      <p:sp>
        <p:nvSpPr>
          <p:cNvPr id="13" name="panel"/>
          <p:cNvSpPr/>
          <p:nvPr/>
        </p:nvSpPr>
        <p:spPr>
          <a:xfrm>
            <a:off x="7223760" y="4654296"/>
            <a:ext cx="4389120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4654296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24/7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4654296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empty hours play automated music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One database, two readers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731520" y="178308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XChannel app</a:t>
            </a:r>
            <a:endParaRPr lang="en-US" sz="1500" dirty="0"/>
          </a:p>
        </p:txBody>
      </p:sp>
      <p:sp>
        <p:nvSpPr>
          <p:cNvPr id="6" name="panel"/>
          <p:cNvSpPr/>
          <p:nvPr/>
        </p:nvSpPr>
        <p:spPr>
          <a:xfrm>
            <a:off x="3931920" y="178308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</a:t>
            </a:r>
            <a:endParaRPr lang="en-US" sz="1500" dirty="0"/>
          </a:p>
        </p:txBody>
      </p:sp>
      <p:sp>
        <p:nvSpPr>
          <p:cNvPr id="8" name="panel"/>
          <p:cNvSpPr/>
          <p:nvPr/>
        </p:nvSpPr>
        <p:spPr>
          <a:xfrm>
            <a:off x="6766560" y="260604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MySQL</a:t>
            </a:r>
            <a:endParaRPr lang="en-US" sz="1500" dirty="0"/>
          </a:p>
        </p:txBody>
      </p:sp>
      <p:sp>
        <p:nvSpPr>
          <p:cNvPr id="10" name="panel"/>
          <p:cNvSpPr/>
          <p:nvPr/>
        </p:nvSpPr>
        <p:spPr>
          <a:xfrm>
            <a:off x="9418320" y="26060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Laravel dashboard</a:t>
            </a:r>
            <a:endParaRPr lang="en-US" sz="1500" dirty="0"/>
          </a:p>
        </p:txBody>
      </p:sp>
      <p:sp>
        <p:nvSpPr>
          <p:cNvPr id="12" name="panel"/>
          <p:cNvSpPr/>
          <p:nvPr/>
        </p:nvSpPr>
        <p:spPr>
          <a:xfrm>
            <a:off x="731520" y="342900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Radio streams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108960" y="2148840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943600" y="2148840"/>
            <a:ext cx="82296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H="1">
            <a:off x="8778240" y="3017520"/>
            <a:ext cx="64008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920240" y="2514600"/>
            <a:ext cx="914" cy="9144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8" name="pill"/>
          <p:cNvSpPr/>
          <p:nvPr/>
        </p:nvSpPr>
        <p:spPr>
          <a:xfrm>
            <a:off x="9418320" y="219456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418320" y="219456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MY PART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dashboard writes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Stations, shows, hosts and the schedule.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29768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app reads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"What is on air now?" through its API.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Rules on save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0" y="5029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 overlapping schedule never reaches a listener.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Four tables and one pivot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stations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stream_url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7" name="panel"/>
          <p:cNvSpPr/>
          <p:nvPr/>
        </p:nvSpPr>
        <p:spPr>
          <a:xfrm>
            <a:off x="470916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schedule_slots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station_id → 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show_id    →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day_of_week  1..7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    0..1440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ends_at      0..1440</a:t>
            </a:r>
            <a:endParaRPr lang="en-US" sz="1200" dirty="0"/>
          </a:p>
        </p:txBody>
      </p:sp>
      <p:sp>
        <p:nvSpPr>
          <p:cNvPr id="10" name="panel"/>
          <p:cNvSpPr/>
          <p:nvPr/>
        </p:nvSpPr>
        <p:spPr>
          <a:xfrm>
            <a:off x="8869680" y="1691640"/>
            <a:ext cx="274320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5256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shows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13" name="panel"/>
          <p:cNvSpPr/>
          <p:nvPr/>
        </p:nvSpPr>
        <p:spPr>
          <a:xfrm>
            <a:off x="8869680" y="397764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5256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hosts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bio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200" dirty="0"/>
          </a:p>
        </p:txBody>
      </p:sp>
      <p:sp>
        <p:nvSpPr>
          <p:cNvPr id="16" name="panel"/>
          <p:cNvSpPr/>
          <p:nvPr/>
        </p:nvSpPr>
        <p:spPr>
          <a:xfrm>
            <a:off x="4709160" y="420624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host_show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4709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show_id →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host_id → hosts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256032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H="1">
            <a:off x="7452360" y="256032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452360" y="4754880"/>
            <a:ext cx="14173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7452360" y="3108960"/>
            <a:ext cx="1417320" cy="1325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48640" y="4206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show still on the schedule cannot be deleted, only made inactive (restrict on delete).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Database structure (ERD)</a:t>
            </a:r>
            <a:endParaRPr lang="en-US" sz="3200" dirty="0"/>
          </a:p>
        </p:txBody>
      </p:sp>
      <p:pic>
        <p:nvPicPr>
          <p:cNvPr id="4" name="ERD" descr="/workspaces/.xc-work/erd/xchannel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13251" cy="51206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73371" y="1417320"/>
            <a:ext cx="55395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schedule_slots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073371" y="1801368"/>
            <a:ext cx="55395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One row = one show, one day, one station.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073371" y="2606040"/>
            <a:ext cx="55395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starts_at, ends_at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073371" y="2990088"/>
            <a:ext cx="55395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since 00:00, from 0 to 1440.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073371" y="3794760"/>
            <a:ext cx="55395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host_show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073371" y="4178808"/>
            <a:ext cx="55395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Many-to-many between shows and hosts.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073371" y="4983480"/>
            <a:ext cx="55395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073371" y="5367528"/>
            <a:ext cx="55395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All restrict on delete: anything in use cannot be deleted.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From a table per city to one table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Production</a:t>
            </a:r>
            <a:endParaRPr lang="en-US" sz="1800" dirty="0"/>
          </a:p>
        </p:txBody>
      </p:sp>
      <p:sp>
        <p:nvSpPr>
          <p:cNvPr id="6" name="pill"/>
          <p:cNvSpPr/>
          <p:nvPr/>
        </p:nvSpPr>
        <p:spPr>
          <a:xfrm>
            <a:off x="4581144" y="1920240"/>
            <a:ext cx="1042416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81144" y="19202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7 TABLES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radio.api_jadwal = 'jadwal_radio_woman'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jdwl_radio_bandung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jdwl_radio_surabaya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jdwl_radio_suramadu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judul_siaran, hari_siaran,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waktu_siaran, penyiar (text)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new station means a new table. One name in api_jadwal does not match the real table.</a:t>
            </a:r>
            <a:endParaRPr lang="en-US" sz="1300" dirty="0"/>
          </a:p>
        </p:txBody>
      </p:sp>
      <p:sp>
        <p:nvSpPr>
          <p:cNvPr id="10" name="panel"/>
          <p:cNvSpPr/>
          <p:nvPr/>
        </p:nvSpPr>
        <p:spPr>
          <a:xfrm>
            <a:off x="6263640" y="1691640"/>
            <a:ext cx="5349240" cy="3794760"/>
          </a:xfrm>
          <a:prstGeom prst="roundRect">
            <a:avLst>
              <a:gd name="adj" fmla="val 19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Demo</a:t>
            </a:r>
            <a:endParaRPr lang="en-US" sz="1800" dirty="0"/>
          </a:p>
        </p:txBody>
      </p:sp>
      <p:sp>
        <p:nvSpPr>
          <p:cNvPr id="12" name="pill"/>
          <p:cNvSpPr/>
          <p:nvPr/>
        </p:nvSpPr>
        <p:spPr>
          <a:xfrm>
            <a:off x="10392156" y="1920240"/>
            <a:ext cx="946404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392156" y="1920240"/>
            <a:ext cx="94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1 TABLE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4231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schedule_slots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station_id  -&gt; 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show_id     -&gt; shows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day_of_week, starts_at, ends_at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host_show (show_id, host_id)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new station is one row. Foreign keys keep it consistent.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No-downtime migration: fill the new table from the old ones, keep a view per city for the old API, move readers one by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Time as numbers, not text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In production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senin-jumat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154680" y="219456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5468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Senin- Jumat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Monday-Friday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283464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6:00 AM - 10:00 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08.00-09.00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54680" y="3474720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54680" y="3474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20:00-24:00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52160" y="3108960"/>
            <a:ext cx="82296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In the demo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450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= 07:30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1440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= 24:00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day_of_week 1-7 (ISO), one row per day. The form takes HH:MM only.</a:t>
            </a:r>
            <a:endParaRPr lang="en-US" sz="1400" dirty="0"/>
          </a:p>
        </p:txBody>
      </p:sp>
      <p:sp>
        <p:nvSpPr>
          <p:cNvPr id="24" name="panel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Two slots overlap when each starts before the other ends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166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starts_at &lt; :end  AND  ends_at &gt; :start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Touching (10:00 then 10:00) is fine.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overlap rule on save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00:00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2628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06:00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12:00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18:00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24:00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Monday, Jakarta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51760" y="201168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10328" y="2057400"/>
            <a:ext cx="1456944" cy="3657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46904" y="201168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Pagi Jakarta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3848" y="2057400"/>
            <a:ext cx="1083564" cy="36576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0424" y="2011680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Jam Makan Siang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New 09:00-11:00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651760" y="278892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0468" y="2834640"/>
            <a:ext cx="710184" cy="3657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67044" y="2788920"/>
            <a:ext cx="65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Ngobrol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33192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Refused: clashes with "Pagi Jakarta" (06:00 - 10:00)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New 13:00-14:00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51760" y="3749040"/>
            <a:ext cx="89611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23988" y="3794760"/>
            <a:ext cx="336804" cy="365760"/>
          </a:xfrm>
          <a:prstGeom prst="roundRect">
            <a:avLst>
              <a:gd name="adj" fmla="val 1357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60564" y="3749040"/>
            <a:ext cx="281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OK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651760" y="427939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Allowed: starts exactly when the previous show ends</a:t>
            </a:r>
            <a:endParaRPr lang="en-US" sz="1300" dirty="0"/>
          </a:p>
        </p:txBody>
      </p:sp>
      <p:sp>
        <p:nvSpPr>
          <p:cNvPr id="25" name="panel"/>
          <p:cNvSpPr/>
          <p:nvPr/>
        </p:nvSpPr>
        <p:spPr>
          <a:xfrm>
            <a:off x="54864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104181"/>
            <a:ext cx="261518" cy="26151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46304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clear message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46304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Day, time and the show in the way.</a:t>
            </a:r>
            <a:endParaRPr lang="en-US" sz="1300" dirty="0"/>
          </a:p>
        </p:txBody>
      </p:sp>
      <p:sp>
        <p:nvSpPr>
          <p:cNvPr id="30" name="panel"/>
          <p:cNvSpPr/>
          <p:nvPr/>
        </p:nvSpPr>
        <p:spPr>
          <a:xfrm>
            <a:off x="429768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52628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5104181"/>
            <a:ext cx="261518" cy="26151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21208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All days or none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521208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Monday to Friday in one transaction.</a:t>
            </a:r>
            <a:endParaRPr lang="en-US" sz="1300" dirty="0"/>
          </a:p>
        </p:txBody>
      </p:sp>
      <p:sp>
        <p:nvSpPr>
          <p:cNvPr id="35" name="panel"/>
          <p:cNvSpPr/>
          <p:nvPr/>
        </p:nvSpPr>
        <p:spPr>
          <a:xfrm>
            <a:off x="8046720" y="4754880"/>
            <a:ext cx="35204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27532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5104181"/>
            <a:ext cx="261518" cy="26151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96112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Past midnight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8961120" y="5321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Two slots: until 24:00, then from 00:00.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On air, up next, and empty hours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00:00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294894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06:00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12:00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4810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18:00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24:00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1064240" cy="59436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2988" y="2057400"/>
            <a:ext cx="180746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69564" y="2011680"/>
            <a:ext cx="175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Pagi Banten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43088" y="2057400"/>
            <a:ext cx="1346454" cy="5029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79664" y="2011680"/>
            <a:ext cx="12915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Jalan Pulang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67225" y="1901952"/>
            <a:ext cx="914" cy="813816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XChannel Banten, Monday 08:30. Red line = now; grey = automated music.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381121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 air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Today's slot with start &lt;= now &lt; end. One indexed query.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29768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381121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29768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Up next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429768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first slot after now, rolling into the next days for up to a week.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046720" y="3657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39" y="381121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046720" y="4526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Empty hours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04672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Worked out from the schedule, not stored. Airtime per station out of 168 hours.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Why this stack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Choice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0313E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7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Laravel 10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Same as production; forms and validation are quick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MySQL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The production database. The same code runs on SQLite (tests) and PostgreSQL (online demo)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Blade + Tailwind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The timelines are plain HTML and CSS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PHPUnit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EB2BC"/>
                          </a:solidFill>
                        </a:rPr>
                        <a:t>19 feature tests on the schedule rules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overlap check is one query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691640"/>
            <a:ext cx="6858000" cy="4434840"/>
          </a:xfrm>
          <a:prstGeom prst="roundRect">
            <a:avLst>
              <a:gd name="adj" fmla="val 1649"/>
            </a:avLst>
          </a:prstGeom>
          <a:solidFill>
            <a:srgbClr val="101114"/>
          </a:solidFill>
          <a:ln w="12700">
            <a:solidFill>
              <a:srgbClr val="10111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clash(int $stationId, Day $day,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$start, int $end, ?int $ignoreId = 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Two ranges overlap when each one starts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before the other ends. Touching is fine.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ScheduleSlot::with('show')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-&gt;where('station_id', $stationId)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-&gt;where('day_of_week', $day-&gt;value)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-&gt;where('starts_at', '&lt;', $end)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-&gt;where('ends_at', '&gt;', $start)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-&gt;when($ignoreId, fn ($q) =&gt;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$q-&gt;whereKeyNot($ignoreId))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-&gt;first();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Rules in one service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48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Clash, schedule, move, on air, up next, gaps.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Enums, not numbers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Day (ISO 1-7), StreamStatus.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663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Thin controllers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5074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FormRequests validate, Clock parses times.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Demo: dashboard, schedule, a refused slot</a:t>
            </a:r>
            <a:endParaRPr lang="en-US" sz="3200" dirty="0"/>
          </a:p>
        </p:txBody>
      </p:sp>
      <p:pic>
        <p:nvPicPr>
          <p:cNvPr id="4" name="dashboard" descr="/workspaces/.xc-work/assets/xchannel/d-e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486400" cy="4229100"/>
          </a:xfrm>
          <a:prstGeom prst="rect">
            <a:avLst/>
          </a:prstGeom>
        </p:spPr>
      </p:pic>
      <p:pic>
        <p:nvPicPr>
          <p:cNvPr id="5" name="station week" descr="/workspaces/.xc-work/assets/xchannel/d-en-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349240" cy="2191703"/>
          </a:xfrm>
          <a:prstGeom prst="rect">
            <a:avLst/>
          </a:prstGeom>
        </p:spPr>
      </p:pic>
      <p:pic>
        <p:nvPicPr>
          <p:cNvPr id="6" name="clash error" descr="/workspaces/.xc-work/assets/xchannel/d-en-c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69080"/>
            <a:ext cx="5349240" cy="1968818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Dashboard: on air and airtime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Demo, slides and the real product</a:t>
            </a:r>
            <a:endParaRPr lang="en-US" sz="3200" dirty="0"/>
          </a:p>
        </p:txBody>
      </p:sp>
      <p:sp>
        <p:nvSpPr>
          <p:cNvPr id="4" name="panel"/>
          <p:cNvSpPr/>
          <p:nvPr/>
        </p:nvSpPr>
        <p:spPr>
          <a:xfrm>
            <a:off x="548640" y="182880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8288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Live demo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82880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</a:t>
            </a:r>
            <a:endParaRPr lang="en-US" sz="1600" dirty="0"/>
          </a:p>
        </p:txBody>
      </p:sp>
      <p:sp>
        <p:nvSpPr>
          <p:cNvPr id="7" name="panel"/>
          <p:cNvSpPr/>
          <p:nvPr/>
        </p:nvSpPr>
        <p:spPr>
          <a:xfrm>
            <a:off x="548640" y="260604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060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Slides (PDF)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60604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https://xchannel-dashboard-demo.vercel.app/xchannel-walkthrough.pdf</a:t>
            </a:r>
            <a:endParaRPr lang="en-US" sz="1600" dirty="0"/>
          </a:p>
        </p:txBody>
      </p:sp>
      <p:sp>
        <p:nvSpPr>
          <p:cNvPr id="10" name="panel"/>
          <p:cNvSpPr/>
          <p:nvPr/>
        </p:nvSpPr>
        <p:spPr>
          <a:xfrm>
            <a:off x="548640" y="338328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83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Slides (PPTX)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338328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https://xchannel-dashboard-demo.vercel.app/xchannel-walkthrough.pptx</a:t>
            </a:r>
            <a:endParaRPr lang="en-US" sz="1600" dirty="0"/>
          </a:p>
        </p:txBody>
      </p:sp>
      <p:sp>
        <p:nvSpPr>
          <p:cNvPr id="13" name="panel"/>
          <p:cNvSpPr/>
          <p:nvPr/>
        </p:nvSpPr>
        <p:spPr>
          <a:xfrm>
            <a:off x="548640" y="416052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1605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Real product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416052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https://xchannel.id/radio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demo code is in a private GitHub repo; access is given during the interview. The dashboard speaks Bahasa Indonesia and English, and its data is restored every 3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Channel On Air">
  <a:themeElements>
    <a:clrScheme name="XChannel On Air">
      <a:dk1>
        <a:srgbClr val="16171B"/>
      </a:dk1>
      <a:lt1>
        <a:srgbClr val="FFFFFF"/>
      </a:lt1>
      <a:dk2>
        <a:srgbClr val="25272E"/>
      </a:dk2>
      <a:lt2>
        <a:srgbClr val="AEB2BC"/>
      </a:lt2>
      <a:accent1>
        <a:srgbClr val="E0313E"/>
      </a:accent1>
      <a:accent2>
        <a:srgbClr val="F2A93B"/>
      </a:accent2>
      <a:accent3>
        <a:srgbClr val="35B57C"/>
      </a:accent3>
      <a:accent4>
        <a:srgbClr val="3A3D46"/>
      </a:accent4>
      <a:accent5>
        <a:srgbClr val="6E7383"/>
      </a:accent5>
      <a:accent6>
        <a:srgbClr val="D3D6DC"/>
      </a:accent6>
      <a:hlink>
        <a:srgbClr val="FF8A93"/>
      </a:hlink>
      <a:folHlink>
        <a:srgbClr val="D3D6DC"/>
      </a:folHlink>
    </a:clrScheme>
    <a:fontScheme name="XChannel On Ai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XChannel: the radio schedule dashboard</dc:title>
  <dc:subject>PptxGenJS Presentation</dc:subject>
  <dc:creator>Enrico Saputra</dc:creator>
  <cp:lastModifiedBy>Enrico Saputra</cp:lastModifiedBy>
  <cp:revision>1</cp:revision>
  <dcterms:created xsi:type="dcterms:W3CDTF">2026-10-20T07:40:47Z</dcterms:created>
  <dcterms:modified xsi:type="dcterms:W3CDTF">2026-10-20T07:40:47Z</dcterms:modified>
</cp:coreProperties>
</file>