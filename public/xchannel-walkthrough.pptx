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walkthrough.pdf" TargetMode="External"/><Relationship Id="rId3" Type="http://schemas.openxmlformats.org/officeDocument/2006/relationships/hyperlink" Target="https://xchannel-dashboard-demo.vercel.app/xchannel-walkthrough.ppt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XChannel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radio in six cities: the schedule dashboard and its system design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Enrico Saputra  |  Backend developer (Laravel dashboard)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code and data are private. The demo rebuilds the radio part of the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product does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XChannel runs local radio stations in several cities. Its app plays each station's stream and shows what is on air, who is hosting, and this week's schedule.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part: the admin dashboard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Stations: city, frequency, stream URL, stream status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and hosts (master data)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station's weekly schedule, which the app reads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Podcasts, music chart, video, news: same dashboard, left out of this demo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0" y="118872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1887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418320" y="11887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cities, one station each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0" y="260604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0" y="2606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→ 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418320" y="2606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tables in production, one in the demo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0" y="402336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40233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418320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hours play automated music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219456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XChannel app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0" y="137160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766560" y="21945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0" y="2194560"/>
            <a:ext cx="20116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509760" y="21945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0" y="21945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(my part)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219456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streams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6080" y="1691640"/>
            <a:ext cx="91440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852160" y="1691640"/>
            <a:ext cx="914400" cy="777240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8778240" y="2560320"/>
            <a:ext cx="73152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828800" y="2011680"/>
            <a:ext cx="914" cy="1005840"/>
          </a:xfrm>
          <a:prstGeom prst="line">
            <a:avLst/>
          </a:prstGeom>
          <a:noFill/>
          <a:ln w="15875">
            <a:solidFill>
              <a:srgbClr val="6B7480"/>
            </a:solidFill>
            <a:prstDash val="dash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92024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database, two readers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writes stations, shows and the schedule. The app reads the same tables through its API.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9768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schedule is the contract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schedule overlaps or its format drifts, the app shows the wrong show. The rules belong where the data is saved.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time: WIB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station is on WIB. The app asks one question: what is on air now?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city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frequency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stream_url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stream_status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2651760" cy="41148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schedule_slots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69164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78308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station_id  → stations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show_id     → shows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day_of_week 1..7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starts_at   0..1440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ends_at     0..1440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869680" y="128016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869680" y="169164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17830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84048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9680" y="425196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06840" y="43434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bio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84048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host_show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425196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43434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show_id → shows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host_id → hosts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91840" y="219456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7406640" y="219456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406640" y="429768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7406640" y="3017520"/>
            <a:ext cx="1463040" cy="1051560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on (station_id, day_of_week, starts_at) serves both the overlap check and "what is on now".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Deletes are restricted: a show still on the schedule cannot be deleted, only made inactive.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table per city to one table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120640" cy="39319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nama_radio, url_radio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api_jadwal = 'jadwal_radio_woman'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jdwl_radio_bandung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jdwl_radio_surabaya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jdwl_radio_suramadu  ... 7 tables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judul_siaran, hari_siaran,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waktu_siaran, penyiar (text)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station means a new table. The table name is stored as text, and one of them does not match the real table. Solo has a schedule table but no radio row.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280160"/>
            <a:ext cx="5120640" cy="39319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1417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20840" y="187452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id, name, city, frequency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schedule_slots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station_id  -&gt; stations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show_id     -&gt; shows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day_of_week, starts_at, ends_at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host_show (show_id, host_id)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20840" y="42976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station is one row. Foreign keys keep it consistent; one query covers every city.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715000" y="3200400"/>
            <a:ext cx="73152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migration: fill the new table from the old ones, keep a view per city for the old API, move readers one by one, then drop the old tables.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as numbers, not text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production's day and time columns hold: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'senin-jumat'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2316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'Senin- Jumat'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'Monday-Friday'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'6:00 AM - 10:00 AM'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2316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'08.00-09.00'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'20:00-24:00'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063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be sorted, filtered or checked for overlap without parsing free text.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demo: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3680" y="16916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day_of_week: 1 = Monday ... 7 = Sunday (ISO)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starts_at, ends_at: minutes since midnight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07:30 = 450, 24:00 = 1440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Monday-Friday = five rows, one per day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takes HH:MM only; '6:00 AM', '08.00', '25:00' are refused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069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slots overlap when each starts before the other ends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526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starts_at &lt; :end  AND  ends_at &gt; :start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7240" y="5074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integer comparisons, helped by the index. Touching (10:00 then 10:00) is not an overlap, so shows can run back to back.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overlap rule on save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7744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2054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62940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93826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88136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Monday, Jakarta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95444" y="1591056"/>
            <a:ext cx="1520952" cy="3383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3732" y="1554480"/>
            <a:ext cx="148437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 Jakarta 06:00 - 10:00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4684" y="1591056"/>
            <a:ext cx="1136142" cy="3383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2972" y="1554480"/>
            <a:ext cx="109956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Makan Siang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09:00 - 11:00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77440" y="237744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49874" y="2414016"/>
            <a:ext cx="751332" cy="338328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68162" y="2377440"/>
            <a:ext cx="71475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Ngobrol Komunitas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77440" y="283464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Refused: Monday 09:00 - 11:00 clashes with "Pagi Jakarta" (06:00 - 10:00).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13:00 - 14:00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377440" y="329184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89114" y="3328416"/>
            <a:ext cx="366522" cy="338328"/>
          </a:xfrm>
          <a:prstGeom prst="rect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7402" y="3291840"/>
            <a:ext cx="32994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77440" y="374904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Allowed: starts exactly when the previous show ends.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message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error names the day, the time and the show in the way, so the admin knows what to move.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days or none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48056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form can schedule Monday to Friday. If one day clashes, nothing is saved (a transaction).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midnight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slot ends by 24:00 at the latest. A Friday 22:00-02:00 show is two slots: Friday until 24:00, Saturday from 00:00.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air, up next, and empty hours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4894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71500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8106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88136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23844" y="1499616"/>
            <a:ext cx="1825752" cy="47548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2132" y="1463040"/>
            <a:ext cx="1789176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 Banten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33944" y="1499616"/>
            <a:ext cx="1364742" cy="47548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2232" y="1463040"/>
            <a:ext cx="1328166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 Pulang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67225" y="1389888"/>
            <a:ext cx="914" cy="694944"/>
          </a:xfrm>
          <a:prstGeom prst="line">
            <a:avLst/>
          </a:prstGeom>
          <a:noFill/>
          <a:ln w="25400">
            <a:solidFill>
              <a:srgbClr val="E11D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XChannel Banten, Monday 08:30 (red line = now). Grey parts have no show: the station plays automated music.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air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slot where start &lt;= current minute &lt; end. One indexed query.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next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8056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slot after now; if today is done, it looks at the next days, up to a week ahead (Sunday wraps to Monday).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4672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Empty hours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worked out from the schedule, not stored. The dashboard shows how many hours a week are still automated music.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has a day and time picker, so in a demo we can look at any moment of the week.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worth talking about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Minutes, not a TIME column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 is not a valid TIME, and integer arithmetic works the same on MySQL, PostgreSQL and SQLite.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at midnight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55080" y="178308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slot always sits in one day. Overlap and on-air checks stay simple; the cost is two rows for a late-night show.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840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Airtime per host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25196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Co-hosts each count the full slot, because both work for the whole slot.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370332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840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Deactivate, not delete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425196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show still on the schedule, or a host still on a show, cannot be deleted, only made inactive.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and why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435608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1325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Laravel 10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06240" y="13258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 production. Forms, validation, CRUD and migrations are quick; the business rules stay in one service.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206240" y="251460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production database. Nothing in the code is tied to it: tests run on SQLite, the online demo on PostgreSQL (Neon, free).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13048"/>
            <a:ext cx="457200" cy="457200"/>
          </a:xfrm>
          <a:prstGeom prst="ellipse">
            <a:avLst/>
          </a:prstGeom>
          <a:solidFill>
            <a:srgbClr val="8C96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Blade + Tailwind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206240" y="370332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 timelines are plain HTML and CSS. An admin dashboard like this needs no JavaScript.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01768"/>
            <a:ext cx="457200" cy="457200"/>
          </a:xfrm>
          <a:prstGeom prst="ellipse">
            <a:avLst/>
          </a:prstGeom>
          <a:solidFill>
            <a:srgbClr val="8C96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001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4892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PHPUnit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206240" y="489204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tests for every schedule rule: overlap, midnight, on air, up next, gaps.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code easy to read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6766560" cy="484632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6400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clash(int $stationId, Day $day,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$start, int $end, ?int $ignoreId = null): ?ScheduleSlot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Two ranges overlap when each one starts before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the other ends. Touching (10:00 - 10:00) is fine.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ScheduleSlot::with('show')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-&gt;where('station_id', $stationId)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-&gt;where('day_of_week', $day-&gt;value)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-&gt;where('starts_at', '&lt;', $end)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-&gt;where('ends_at', '&gt;', $start)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-&gt;when($ignoreId, fn ($q) =&gt; $q-&gt;whereKeyNot($ignoreId))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-&gt;orderBy('starts_at')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-&gt;first();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58952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in one service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589520" y="158191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ScheduleService: clash, schedule, move, on air, up next, gaps, airtime.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423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Enums, not numbers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589520" y="277063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(ISO 1-7) and StreamStatus (live, idle, offline).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89520" y="3611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 controllers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0" y="395935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in FormRequests, time parsing in Clock, rules in the service.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89520" y="48006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for the rules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89520" y="514807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feature tests, including language and the demo data reset.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demo app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4" name="Image 0" descr="/tmp/claude-1000/-workspaces-developer-portfolio/0c651f4e-3030-4d95-82a3-8d4e157f9f8c/scratchpad/xc-shots/d-e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394960" cy="4158615"/>
          </a:xfrm>
          <a:prstGeom prst="rect">
            <a:avLst/>
          </a:prstGeom>
        </p:spPr>
      </p:pic>
      <p:pic>
        <p:nvPicPr>
          <p:cNvPr id="5" name="Image 1" descr="/tmp/claude-1000/-workspaces-developer-portfolio/0c651f4e-3030-4d95-82a3-8d4e157f9f8c/scratchpad/xc-shots/d-en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94960" cy="2210435"/>
          </a:xfrm>
          <a:prstGeom prst="rect">
            <a:avLst/>
          </a:prstGeom>
        </p:spPr>
      </p:pic>
      <p:pic>
        <p:nvPicPr>
          <p:cNvPr id="6" name="Image 2" descr="/tmp/claude-1000/-workspaces-developer-portfolio/0c651f4e-3030-4d95-82a3-8d4e157f9f8c/scratchpad/xc-shots/d-en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657600"/>
            <a:ext cx="5394960" cy="198564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56235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on air per station and airtime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6217920" y="5715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one station's week. Bottom: an overlapping slot refused.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would improve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to one table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389120" y="13258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schedule_slots from the per-city tables, keep views for the old API, move readers over step by step with no downtime.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time zone per station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89120" y="25146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station opens in WITA or WIT, store its zone on stations and work out "now" per station.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One-off changes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703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Date-specific overrides (holidays, special broadcasts) on top of the weekly pattern, without editing it.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92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 status from the stream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0" y="48920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live/idle/offline from a stream health check instead of by hand.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https://xchannel-dashboard-demo.vercel.app/xchannel-walkthrough.pdf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https://xchannel-dashboard-demo.vercel.app/xchannel-walkthrough.pptx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code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GitHub repo, access given during the interview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available in Bahasa Indonesia and English. Demo data can be edited and is restored every 3 hours.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radio dashboard walkthrough</dc:title>
  <dc:subject>PptxGenJS Presentation</dc:subject>
  <dc:creator>Enrico Saputra</dc:creator>
  <cp:lastModifiedBy>Enrico Saputra</cp:lastModifiedBy>
  <cp:revision>1</cp:revision>
  <dcterms:created xsi:type="dcterms:W3CDTF">2026-10-19T20:21:28Z</dcterms:created>
  <dcterms:modified xsi:type="dcterms:W3CDTF">2026-10-19T20:21:28Z</dcterms:modified>
</cp:coreProperties>
</file>