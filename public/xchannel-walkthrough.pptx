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2185e83-43b5-278e-560b-eb6912f835cc}">
          <p14:sldIdLst>
            <p14:sldId id="256"/>
          </p14:sldIdLst>
        </p14:section>
        <p14:section name="Product" id="{84814221-c021-54f2-4941-db1f3db9f704}">
          <p14:sldIdLst>
            <p14:sldId id="257"/>
            <p14:sldId id="258"/>
          </p14:sldIdLst>
        </p14:section>
        <p14:section name="System design" id="{4fff5a9a-0e8f-e2d4-bed4-2630f99c9fcd}">
          <p14:sldIdLst>
            <p14:sldId id="259"/>
            <p14:sldId id="260"/>
            <p14:sldId id="261"/>
          </p14:sldIdLst>
        </p14:section>
        <p14:section name="Schedule rules" id="{982c670e-903a-7314-b2ef-52e6fa7cb686}">
          <p14:sldIdLst>
            <p14:sldId id="262"/>
            <p14:sldId id="263"/>
            <p14:sldId id="264"/>
            <p14:sldId id="265"/>
          </p14:sldIdLst>
        </p14:section>
        <p14:section name="Code" id="{ae048d9f-0ffe-28cf-8260-36380ee97575}">
          <p14:sldIdLst>
            <p14:sldId id="266"/>
            <p14:sldId id="267"/>
            <p14:sldId id="268"/>
          </p14:sldIdLst>
        </p14:section>
        <p14:section name="Closing" id="{50233d0f-ec6d-9a9f-2f71-6d4b2a12c208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XChannel is local radio in several cities. I worked on its Laravel dashboard. The real code is under NDA, so I rebuilt the radio part with made-up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Xradio page: the station list and the show that is playing. All of it comes from data managed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the dashboard is the broadcast team's tool, not the listener app. The 7 to 1 number is the heart of the design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writes, the app reads through its API. That is why the schedule rules are enforced on save, not on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is the centre. The index on (station_id, day_of_week, starts_at) serves both the overlap check and the on-air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point. The columns are identical; only the station differs. That is data, not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example on the left really is in the production data. A TIME column is not used because 24:00 is not valid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live: Jakarta, Monday to Wednesday 09:00-11:00. Refused with the name of the show in the way, and no day is saved.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has a day and time picker. Pick Friday 21:00: Banten is playing automated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reason and the cost of each ready. For example, splitting at midnight means two rows for a late-night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as production: Laravel and MySQL. The online demo uses Neon PostgreSQL because it is free without a credit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app/Services/ScheduleService.php in the demo repo. Open it on screen if they want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the dashboard on Friday 21:00, then Surabaya's week, then try adding an overlapping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one or two you are most ready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links. Offer to open the demo or the code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walkthrough.pdf" TargetMode="External"/><Relationship Id="rId3" Type="http://schemas.openxmlformats.org/officeDocument/2006/relationships/hyperlink" Target="https://xchannel-dashboard-demo.vercel.app/xchannel-walkthrough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The broadcast schedule for local radio in several cities, and the system behind it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radio part of the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81051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THE REAL PRODUCT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the side listeners see</a:t>
            </a:r>
            <a:endParaRPr lang="en-US" sz="3200" dirty="0"/>
          </a:p>
        </p:txBody>
      </p:sp>
      <p:pic>
        <p:nvPicPr>
          <p:cNvPr id="6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7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Home: radio, podcasts, people and news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stations per city and the show that is playing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stations, shows, hosts and schedule on the Xradio page are managed in the Laravel dashboard. That is the part this demo rebuilds.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Screenshots of xchannel.id,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MY PART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dashboard, many stations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XChannel app plays each station's stream and shows what is on air. The broadcast team runs all of it from the dashboard.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I built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Stations: city, frequency, stream URL and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Shows and hosts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station's weekly schedule, which the app reads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Podcasts, chart, video, news: same dashboard, outside this demo</a:t>
            </a:r>
            <a:endParaRPr lang="en-US" sz="1500" dirty="0"/>
          </a:p>
        </p:txBody>
      </p:sp>
      <p:sp>
        <p:nvSpPr>
          <p:cNvPr id="9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stations on xchannel.id today</a:t>
            </a:r>
            <a:endParaRPr lang="en-US" sz="1400" dirty="0"/>
          </a:p>
        </p:txBody>
      </p:sp>
      <p:sp>
        <p:nvSpPr>
          <p:cNvPr id="12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per-city schedule tables become one</a:t>
            </a:r>
            <a:endParaRPr lang="en-US" sz="1400" dirty="0"/>
          </a:p>
        </p:txBody>
      </p:sp>
      <p:sp>
        <p:nvSpPr>
          <p:cNvPr id="15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empty hours play automated music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42646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database, two readers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XChannel app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4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Radio streams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20" name="pill"/>
          <p:cNvSpPr/>
          <p:nvPr/>
        </p:nvSpPr>
        <p:spPr>
          <a:xfrm>
            <a:off x="9418320" y="219456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418320" y="219456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MY PART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dashboard writes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Stations, shows, hosts and the schedule.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app reads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"What is on air now?" through its API.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on save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 overlapping schedule never reaches a listener.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DATA MODEL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Four tables and one pivot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9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2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5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8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show still on the schedule cannot be deleted, only made inactive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PRODUCTION VS DEMO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From a table per city to one table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Production</a:t>
            </a:r>
            <a:endParaRPr lang="en-US" sz="1800" dirty="0"/>
          </a:p>
        </p:txBody>
      </p:sp>
      <p:sp>
        <p:nvSpPr>
          <p:cNvPr id="8" name="pill"/>
          <p:cNvSpPr/>
          <p:nvPr/>
        </p:nvSpPr>
        <p:spPr>
          <a:xfrm>
            <a:off x="4581144" y="19202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81144" y="1920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TABLES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means a new table. One name in api_jadwal does not match the real table.</a:t>
            </a:r>
            <a:endParaRPr lang="en-US" sz="1300" dirty="0"/>
          </a:p>
        </p:txBody>
      </p:sp>
      <p:sp>
        <p:nvSpPr>
          <p:cNvPr id="12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4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TABLE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is one row. Foreign keys keep it consistent.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No-downtime migration: fill the new table from the old ones, keep a view per city for the old API, move readers one by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TIME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Time as numbers, not text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production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the demo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07:30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24:00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one row per day. The form takes HH:MM only.</a:t>
            </a:r>
            <a:endParaRPr lang="en-US" sz="1400" dirty="0"/>
          </a:p>
        </p:txBody>
      </p:sp>
      <p:sp>
        <p:nvSpPr>
          <p:cNvPr id="26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Two slots overlap when each starts before the other ends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Touching (10:00 then 10:00) is fine.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OVERLAPS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rule on save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Monday, Jakarta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09:00-11:00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Refused: clashes with "Pagi Jakarta" (06:00 - 10:00)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13:00-14:00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Allowed: starts exactly when the previous show ends</a:t>
            </a:r>
            <a:endParaRPr lang="en-US" sz="1300" dirty="0"/>
          </a:p>
        </p:txBody>
      </p:sp>
      <p:sp>
        <p:nvSpPr>
          <p:cNvPr id="27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clear message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Day, time and the show in the way.</a:t>
            </a:r>
            <a:endParaRPr lang="en-US" sz="1300" dirty="0"/>
          </a:p>
        </p:txBody>
      </p:sp>
      <p:sp>
        <p:nvSpPr>
          <p:cNvPr id="32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 days or none</a:t>
            </a:r>
            <a:endParaRPr lang="en-US" sz="1500" dirty="0"/>
          </a:p>
        </p:txBody>
      </p:sp>
      <p:sp>
        <p:nvSpPr>
          <p:cNvPr id="36" name="Text 31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Monday to Friday in one transaction.</a:t>
            </a:r>
            <a:endParaRPr lang="en-US" sz="1300" dirty="0"/>
          </a:p>
        </p:txBody>
      </p:sp>
      <p:sp>
        <p:nvSpPr>
          <p:cNvPr id="37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Past midnight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Two slots: until 24:00, then from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13842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38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RIGHT NOW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 air, up next, and empty hours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Monday 08:30. Red line = now; grey = automated music.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 air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Today's slot with start &lt;= now &lt; end. One indexed query.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Up next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first slot after now, rolling into the next days for up to a week.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Empty hours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Worked out from the schedule, not stored. Airtime per station out of 168 hours.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13842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38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DECISIONS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Decisions worth talking about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73736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25673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2103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Minutes, not TIME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24:00 is not a valid TIME. Integers behave the same on MySQL, PostgreSQL and SQLite.</a:t>
            </a:r>
            <a:endParaRPr lang="en-US" sz="1400" dirty="0"/>
          </a:p>
        </p:txBody>
      </p:sp>
      <p:sp>
        <p:nvSpPr>
          <p:cNvPr id="11" name="panel"/>
          <p:cNvSpPr/>
          <p:nvPr/>
        </p:nvSpPr>
        <p:spPr>
          <a:xfrm>
            <a:off x="6172200" y="173736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59" y="225673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2103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Split at midnight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One slot, one day, so every query stays simple.</a:t>
            </a:r>
            <a:endParaRPr lang="en-US" sz="1400" dirty="0"/>
          </a:p>
        </p:txBody>
      </p:sp>
      <p:sp>
        <p:nvSpPr>
          <p:cNvPr id="16" name="panel"/>
          <p:cNvSpPr/>
          <p:nvPr/>
        </p:nvSpPr>
        <p:spPr>
          <a:xfrm>
            <a:off x="548640" y="397764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68680" y="4343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449701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83080" y="4343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Co-host airtime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78308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Each host counts the full slot: both of them work it.</a:t>
            </a:r>
            <a:endParaRPr lang="en-US" sz="1400" dirty="0"/>
          </a:p>
        </p:txBody>
      </p:sp>
      <p:sp>
        <p:nvSpPr>
          <p:cNvPr id="21" name="panel"/>
          <p:cNvSpPr/>
          <p:nvPr/>
        </p:nvSpPr>
        <p:spPr>
          <a:xfrm>
            <a:off x="6172200" y="397764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92240" y="4343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859" y="4497019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343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Deactivate, not delete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Anything still in use can only be made inactive.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TECH STACK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Tech stack and why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9366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1783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Laravel 10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1783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As in production. Forms, validation and CRUD are quick; the rules stay in one service.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2880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303397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2880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MySQL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2880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production database. Tests on SQLite, online demo on PostgreSQL: the code is not tied to one.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63040" y="3977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Blade + Tailwind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4297680" y="3977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schedule timelines are plain HTML and CSS, no JavaScript.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50749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228539"/>
            <a:ext cx="332842" cy="33284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63040" y="5074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PHPUnit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4297680" y="5074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19 feature tests for the schedule rules, language and demo reset.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CODE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Code that reads easily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in one service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Clash, schedule, move, on air, up next, gaps.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Enums, not numbers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 controllers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FormRequests validate, Clock parses times.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DEMO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demo app</a:t>
            </a:r>
            <a:endParaRPr lang="en-US" sz="3200" dirty="0"/>
          </a:p>
        </p:txBody>
      </p:sp>
      <p:pic>
        <p:nvPicPr>
          <p:cNvPr id="6" name="dashboard" descr="/workspaces/.xc-work/assets/xchannel/d-en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7" name="station week" descr="/workspaces/.xc-work/assets/xchannel/d-en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8" name="clash error" descr="/workspaces/.xc-work/assets/xchannel/d-en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on air and airtime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NEXT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I would improve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Move to one table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78308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 view per city for the old API, readers moved over gradually.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6207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86207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time zone per station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286207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For stations in WITA or WIT.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4106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94106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One-off changes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9410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Holidays and special broadcasts without editing the weekly pattern.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02005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1554480" y="502005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Stream status from the stream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502005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live / idle / offline from a health check.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85039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TRY IT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Try it yourself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Live demo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9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https://xchannel-dashboard-demo.vercel.app/xchannel-walkthrough.pdf</a:t>
            </a:r>
            <a:endParaRPr lang="en-US" sz="1600" dirty="0"/>
          </a:p>
        </p:txBody>
      </p:sp>
      <p:sp>
        <p:nvSpPr>
          <p:cNvPr id="12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https://xchannel-dashboard-demo.vercel.app/xchannel-walkthrough.pptx</a:t>
            </a:r>
            <a:endParaRPr lang="en-US" sz="1600" dirty="0"/>
          </a:p>
        </p:txBody>
      </p:sp>
      <p:sp>
        <p:nvSpPr>
          <p:cNvPr id="15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Real product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demo code is in a private GitHub repo; access is given during the interview. The dashboard speaks Bahasa Indonesia and English, and its data is restored every 3 hours.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the radio schedule dashboard</dc:title>
  <dc:subject>PptxGenJS Presentation</dc:subject>
  <dc:creator>Enrico Saputra</dc:creator>
  <cp:lastModifiedBy>Enrico Saputra</cp:lastModifiedBy>
  <cp:revision>1</cp:revision>
  <dcterms:created xsi:type="dcterms:W3CDTF">2026-10-20T03:50:28Z</dcterms:created>
  <dcterms:modified xsi:type="dcterms:W3CDTF">2026-10-20T03:50:28Z</dcterms:modified>
</cp:coreProperties>
</file>