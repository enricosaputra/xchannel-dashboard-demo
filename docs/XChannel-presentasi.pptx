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8c7d620b-3c98-3ebc-4e80-e901440b17d3}">
          <p14:sldIdLst>
            <p14:sldId id="256"/>
          </p14:sldIdLst>
        </p14:section>
        <p14:section name="Produk" id="{c71dea55-0465-1244-4d83-2b392abbd67d}">
          <p14:sldIdLst>
            <p14:sldId id="257"/>
            <p14:sldId id="258"/>
          </p14:sldIdLst>
        </p14:section>
        <p14:section name="Desain sistem" id="{37e2efcd-2f94-dd68-214f-1ffc8409985f}">
          <p14:sldIdLst>
            <p14:sldId id="259"/>
            <p14:sldId id="260"/>
            <p14:sldId id="261"/>
          </p14:sldIdLst>
        </p14:section>
        <p14:section name="Aturan jadwal" id="{ef3b8411-622f-1b34-081b-770c8a72ecf9}">
          <p14:sldIdLst>
            <p14:sldId id="262"/>
            <p14:sldId id="263"/>
            <p14:sldId id="264"/>
            <p14:sldId id="265"/>
          </p14:sldIdLst>
        </p14:section>
        <p14:section name="Kode" id="{6d57b58c-e59c-a051-524d-dcb861f6b0aa}">
          <p14:sldIdLst>
            <p14:sldId id="266"/>
            <p14:sldId id="267"/>
            <p14:sldId id="268"/>
          </p14:sldIdLst>
        </p14:section>
        <p14:section name="Penutup" id="{98b2369f-a9c8-74c2-d7f1-bf82e866ba2a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Pembuka: XChannel adalah radio lokal di beberapa kota. Saya mengerjakan dashboard Laravel-nya. Kode asli di bawah NDA, jadi saya membangun ulang bagian radionya dengan data karangan.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Tunjukkan halaman Xradio: daftar stasiun dan program yang sedang diputar. Semua itu datang dari data yang diatur di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Tekankan bahwa dashboard adalah alat kerja tim siaran, bukan aplikasi pendengar. Angka 7 ke 1 adalah inti cerita desainnya.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Dashboard menulis, aplikasi membaca lewat API. Karena itu aturan jadwal dijaga saat data disimpan, bukan saat dibaca.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schedule_slots adalah pusatnya. Indeks (station_id, day_of_week, starts_at) melayani cek bentrok dan query mengudara.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poin desain paling kuat. Struktur kolomnya sama persis; yang berbeda hanya stasiunnya. Itu data, bukan skema.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Semua contoh di kiri benar-benar ada di data produksi. Kolom TIME tidak dipakai karena 24:00 tidak valid di sana.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Demokan langsung: Jakarta, Senin sampai Rabu 09:00-11:00. Ditolak dengan nama program yang menghalangi, dan tidak ada hari yang tersimpan.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Dashboard punya pemilih hari dan jam. Pilih Jumat 21:00: Banten sedang memutar musik otomatis.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Untuk setiap keputusan, sebutkan juga harganya. Pewawancara biasanya paling tertarik pada kolom terakhir.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Kolom alternatif menunjukkan bahwa pilihannya disengaja. Siapkan satu contoh untuk tiap baris.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app/Services/ScheduleService.php di repo demo. Buka di layar kalau mereka ingin melihat.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Urutan demo: dashboard pada Jumat 21:00, lalu jadwal mingguan Surabaya, lalu coba tambah slot yang bentrok.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Menyebutkan yang belum selesai sendiri menunjukkan saya tahu di mana sistemnya tipis. Pilih satu untuk dibahas.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Tutup dengan link. Tawarkan untuk membuka demo atau kode di layar.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XC 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920240"/>
            <a:ext cx="539496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XC Conten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XChannel  ·  Enrico Saputra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xchannel-dashboard-demo.vercel.app" TargetMode="External"/><Relationship Id="rId2" Type="http://schemas.openxmlformats.org/officeDocument/2006/relationships/hyperlink" Target="https://xchannel-dashboard-demo.vercel.app/xchannel-presentasi.pdf" TargetMode="External"/><Relationship Id="rId3" Type="http://schemas.openxmlformats.org/officeDocument/2006/relationships/hyperlink" Target="https://xchannel-dashboard-demo.vercel.app/xchannel-presentasi.pptx" TargetMode="External"/><Relationship Id="rId4" Type="http://schemas.openxmlformats.org/officeDocument/2006/relationships/hyperlink" Target="https://xchannel.id/radio" TargetMode="Externa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Xradio page" descr="/workspaces/.xc-work/assets/xchannel/radio-t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09360" y="0"/>
            <a:ext cx="5879592" cy="6858000"/>
          </a:xfrm>
          <a:prstGeom prst="rect">
            <a:avLst/>
          </a:prstGeom>
          <a:solidFill>
            <a:schemeClr val="tx1">
              <a:alpha val="55000"/>
            </a:schemeClr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pill"/>
          <p:cNvSpPr/>
          <p:nvPr/>
        </p:nvSpPr>
        <p:spPr>
          <a:xfrm>
            <a:off x="640080" y="1417320"/>
            <a:ext cx="2002536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417320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XRADIO · DASHBOARD</a:t>
            </a:r>
            <a:endParaRPr lang="en-US" sz="10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192024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XChannel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10896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Jadwal siaran untuk radio lokal di beberapa kota, dan desain sistem di baliknya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074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Enrico Saputra  ·  Backend developer, dashboard Laravel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53212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Kode dan data klien bersifat rahasia. Demo membangun ulang bagian radio dari dashboard di atas model data asli, dengan data karangan.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xchannel.id, sisi yang dilihat pendengar</a:t>
            </a:r>
            <a:endParaRPr lang="en-US" sz="3200" dirty="0"/>
          </a:p>
        </p:txBody>
      </p:sp>
      <p:pic>
        <p:nvPicPr>
          <p:cNvPr id="4" name="xchannel.id home" descr="/workspaces/.xc-work/assets/xchannel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394960" cy="2669085"/>
          </a:xfrm>
          <a:prstGeom prst="rect">
            <a:avLst/>
          </a:prstGeom>
        </p:spPr>
      </p:pic>
      <p:pic>
        <p:nvPicPr>
          <p:cNvPr id="5" name="xchannel.id radio" descr="/workspaces/.xc-work/assets/xchannel/rad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691640"/>
            <a:ext cx="5394960" cy="2669085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548640" y="4452165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Beranda: radio, podcast, people, dan berita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6245352" y="4452165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Xradio: stasiun per kota dan program yang sedang diputar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4983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Stasiun, program, penyiar, dan jadwal di halaman Xradio diatur dari dashboard Laravel. Bagian itulah yang dibangun ulang di demo ini.</a:t>
            </a:r>
            <a:endParaRPr lang="en-US" sz="17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806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Tangkapan layar xchannel.id, Oktober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Yang saya kerjakan di XChannel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Aplikasi XChannel memutar stream tiap stasiun dan menampilkan program yang sedang mengudara. Tim siaran mengatur semuanya dari dashboard.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9260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Yang saya kerjakan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429000"/>
            <a:ext cx="6035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Stasiun: kota, frekuensi, URL dan status stream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Program dan penyiar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Jadwal mingguan per stasiun, yang dibaca aplikasi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Podcast, tangga lagu, video, berita: dashboard yang sama, di luar demo ini</a:t>
            </a:r>
            <a:endParaRPr lang="en-US" sz="1500" dirty="0"/>
          </a:p>
        </p:txBody>
      </p:sp>
      <p:sp>
        <p:nvSpPr>
          <p:cNvPr id="7" name="panel"/>
          <p:cNvSpPr/>
          <p:nvPr/>
        </p:nvSpPr>
        <p:spPr>
          <a:xfrm>
            <a:off x="7223760" y="1691640"/>
            <a:ext cx="4389120" cy="1261872"/>
          </a:xfrm>
          <a:prstGeom prst="roundRect">
            <a:avLst>
              <a:gd name="adj" fmla="val 579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0" y="1691640"/>
            <a:ext cx="1920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9418320" y="1691640"/>
            <a:ext cx="20116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stasiun di xchannel.id hari ini</a:t>
            </a:r>
            <a:endParaRPr lang="en-US" sz="1400" dirty="0"/>
          </a:p>
        </p:txBody>
      </p:sp>
      <p:sp>
        <p:nvSpPr>
          <p:cNvPr id="10" name="panel"/>
          <p:cNvSpPr/>
          <p:nvPr/>
        </p:nvSpPr>
        <p:spPr>
          <a:xfrm>
            <a:off x="7223760" y="3172968"/>
            <a:ext cx="4389120" cy="1261872"/>
          </a:xfrm>
          <a:prstGeom prst="roundRect">
            <a:avLst>
              <a:gd name="adj" fmla="val 579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0" y="3172968"/>
            <a:ext cx="1920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 → 1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9418320" y="3172968"/>
            <a:ext cx="20116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tabel jadwal per kota menjadi satu tabel</a:t>
            </a:r>
            <a:endParaRPr lang="en-US" sz="1400" dirty="0"/>
          </a:p>
        </p:txBody>
      </p:sp>
      <p:sp>
        <p:nvSpPr>
          <p:cNvPr id="13" name="panel"/>
          <p:cNvSpPr/>
          <p:nvPr/>
        </p:nvSpPr>
        <p:spPr>
          <a:xfrm>
            <a:off x="7223760" y="4654296"/>
            <a:ext cx="4389120" cy="1261872"/>
          </a:xfrm>
          <a:prstGeom prst="roundRect">
            <a:avLst>
              <a:gd name="adj" fmla="val 579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98080" y="4654296"/>
            <a:ext cx="1920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24/7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9418320" y="4654296"/>
            <a:ext cx="20116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jam kosong diisi musik otomatis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Satu database, dua pembaca</a:t>
            </a:r>
            <a:endParaRPr lang="en-US" sz="3200" dirty="0"/>
          </a:p>
        </p:txBody>
      </p:sp>
      <p:sp>
        <p:nvSpPr>
          <p:cNvPr id="4" name="panel"/>
          <p:cNvSpPr/>
          <p:nvPr/>
        </p:nvSpPr>
        <p:spPr>
          <a:xfrm>
            <a:off x="731520" y="1783080"/>
            <a:ext cx="237744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7830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Aplikasi XChannel</a:t>
            </a:r>
            <a:endParaRPr lang="en-US" sz="1500" dirty="0"/>
          </a:p>
        </p:txBody>
      </p:sp>
      <p:sp>
        <p:nvSpPr>
          <p:cNvPr id="6" name="panel"/>
          <p:cNvSpPr/>
          <p:nvPr/>
        </p:nvSpPr>
        <p:spPr>
          <a:xfrm>
            <a:off x="3931920" y="1783080"/>
            <a:ext cx="201168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931920" y="17830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API</a:t>
            </a:r>
            <a:endParaRPr lang="en-US" sz="1500" dirty="0"/>
          </a:p>
        </p:txBody>
      </p:sp>
      <p:sp>
        <p:nvSpPr>
          <p:cNvPr id="8" name="panel"/>
          <p:cNvSpPr/>
          <p:nvPr/>
        </p:nvSpPr>
        <p:spPr>
          <a:xfrm>
            <a:off x="6766560" y="2606040"/>
            <a:ext cx="2011680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766560" y="2606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MySQL</a:t>
            </a:r>
            <a:endParaRPr lang="en-US" sz="1500" dirty="0"/>
          </a:p>
        </p:txBody>
      </p:sp>
      <p:sp>
        <p:nvSpPr>
          <p:cNvPr id="10" name="panel"/>
          <p:cNvSpPr/>
          <p:nvPr/>
        </p:nvSpPr>
        <p:spPr>
          <a:xfrm>
            <a:off x="9418320" y="2606040"/>
            <a:ext cx="219456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18320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Dashboard Laravel</a:t>
            </a:r>
            <a:endParaRPr lang="en-US" sz="1500" dirty="0"/>
          </a:p>
        </p:txBody>
      </p:sp>
      <p:sp>
        <p:nvSpPr>
          <p:cNvPr id="12" name="panel"/>
          <p:cNvSpPr/>
          <p:nvPr/>
        </p:nvSpPr>
        <p:spPr>
          <a:xfrm>
            <a:off x="731520" y="3429000"/>
            <a:ext cx="2377440" cy="7315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34290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Stream radio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3108960" y="2148840"/>
            <a:ext cx="82296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5943600" y="2148840"/>
            <a:ext cx="822960" cy="68580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 flipH="1">
            <a:off x="8778240" y="3017520"/>
            <a:ext cx="64008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1920240" y="2514600"/>
            <a:ext cx="914" cy="91440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  <a:tailEnd type="triangle"/>
          </a:ln>
        </p:spPr>
      </p:sp>
      <p:sp>
        <p:nvSpPr>
          <p:cNvPr id="18" name="pill"/>
          <p:cNvSpPr/>
          <p:nvPr/>
        </p:nvSpPr>
        <p:spPr>
          <a:xfrm>
            <a:off x="9418320" y="2194560"/>
            <a:ext cx="1330452" cy="2743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418320" y="2194560"/>
            <a:ext cx="13304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BAGIAN SAYA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617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Dashboard menulis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029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Stasiun, program, penyiar, dan jadwal.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97680" y="4617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Aplikasi membaca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4297680" y="5029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"Apa yang mengudara sekarang?" lewat API.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617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Aturan saat simpan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029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Jadwal yang bentrok tidak pernah sampai ke pendengar.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Empat tabel dan satu pivot</a:t>
            </a:r>
            <a:endParaRPr lang="en-US" sz="3200" dirty="0"/>
          </a:p>
        </p:txBody>
      </p:sp>
      <p:sp>
        <p:nvSpPr>
          <p:cNvPr id="4" name="panel"/>
          <p:cNvSpPr/>
          <p:nvPr/>
        </p:nvSpPr>
        <p:spPr>
          <a:xfrm>
            <a:off x="548640" y="1691640"/>
            <a:ext cx="2743200" cy="205740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801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stations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19456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name, city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frequency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stream_url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stream_status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is_active</a:t>
            </a:r>
            <a:endParaRPr lang="en-US" sz="1200" dirty="0"/>
          </a:p>
        </p:txBody>
      </p:sp>
      <p:sp>
        <p:nvSpPr>
          <p:cNvPr id="7" name="panel"/>
          <p:cNvSpPr/>
          <p:nvPr/>
        </p:nvSpPr>
        <p:spPr>
          <a:xfrm>
            <a:off x="4709160" y="1691640"/>
            <a:ext cx="2743200" cy="2057400"/>
          </a:xfrm>
          <a:prstGeom prst="roundRect">
            <a:avLst>
              <a:gd name="adj" fmla="val 355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92040" y="1801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schedule_slots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892040" y="219456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station_id → stations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show_id    → shows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day_of_week  1..7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starts_at    0..1440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ends_at      0..1440</a:t>
            </a:r>
            <a:endParaRPr lang="en-US" sz="1200" dirty="0"/>
          </a:p>
        </p:txBody>
      </p:sp>
      <p:sp>
        <p:nvSpPr>
          <p:cNvPr id="10" name="panel"/>
          <p:cNvSpPr/>
          <p:nvPr/>
        </p:nvSpPr>
        <p:spPr>
          <a:xfrm>
            <a:off x="8869680" y="1691640"/>
            <a:ext cx="2743200" cy="1508760"/>
          </a:xfrm>
          <a:prstGeom prst="roundRect">
            <a:avLst>
              <a:gd name="adj" fmla="val 484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052560" y="1801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shows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052560" y="21945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is_active</a:t>
            </a:r>
            <a:endParaRPr lang="en-US" sz="1200" dirty="0"/>
          </a:p>
        </p:txBody>
      </p:sp>
      <p:sp>
        <p:nvSpPr>
          <p:cNvPr id="13" name="panel"/>
          <p:cNvSpPr/>
          <p:nvPr/>
        </p:nvSpPr>
        <p:spPr>
          <a:xfrm>
            <a:off x="8869680" y="3977640"/>
            <a:ext cx="2743200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052560" y="4087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hosts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9052560" y="44805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name, bio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is_active</a:t>
            </a:r>
            <a:endParaRPr lang="en-US" sz="1200" dirty="0"/>
          </a:p>
        </p:txBody>
      </p:sp>
      <p:sp>
        <p:nvSpPr>
          <p:cNvPr id="16" name="panel"/>
          <p:cNvSpPr/>
          <p:nvPr/>
        </p:nvSpPr>
        <p:spPr>
          <a:xfrm>
            <a:off x="4709160" y="4206240"/>
            <a:ext cx="2743200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92040" y="43159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host_show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4892040" y="47091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show_id → shows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host_id → hosts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291840" y="2560320"/>
            <a:ext cx="14173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 flipH="1">
            <a:off x="7452360" y="2560320"/>
            <a:ext cx="14173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452360" y="4754880"/>
            <a:ext cx="14173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 flipV="1">
            <a:off x="7452360" y="3108960"/>
            <a:ext cx="1417320" cy="132588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548640" y="420624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Program yang masih terjadwal tidak bisa dihapus, hanya dinonaktifkan (restrict on delete).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Dari tabel per kota ke satu tabel</a:t>
            </a:r>
            <a:endParaRPr lang="en-US" sz="3200" dirty="0"/>
          </a:p>
        </p:txBody>
      </p:sp>
      <p:sp>
        <p:nvSpPr>
          <p:cNvPr id="4" name="panel"/>
          <p:cNvSpPr/>
          <p:nvPr/>
        </p:nvSpPr>
        <p:spPr>
          <a:xfrm>
            <a:off x="548640" y="1691640"/>
            <a:ext cx="5349240" cy="3794760"/>
          </a:xfrm>
          <a:prstGeom prst="roundRect">
            <a:avLst>
              <a:gd name="adj" fmla="val 192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Produksi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4677156" y="1920240"/>
            <a:ext cx="946404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77156" y="1920240"/>
            <a:ext cx="94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tx1"/>
                </a:solidFill>
              </a:rPr>
              <a:t>7 TABEL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2316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radio.api_jadwal = 'jadwal_radio_woman'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jdwl_radio_bandung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jdwl_radio_surabaya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jdwl_radio_suramadu  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judul_siaran, hari_siaran,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waktu_siaran, penyiar (text)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572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Stasiun baru berarti tabel baru. Satu nama tabel di api_jadwal tidak cocok dengan tabel aslinya.</a:t>
            </a:r>
            <a:endParaRPr lang="en-US" sz="1300" dirty="0"/>
          </a:p>
        </p:txBody>
      </p:sp>
      <p:sp>
        <p:nvSpPr>
          <p:cNvPr id="10" name="panel"/>
          <p:cNvSpPr/>
          <p:nvPr/>
        </p:nvSpPr>
        <p:spPr>
          <a:xfrm>
            <a:off x="6263640" y="1691640"/>
            <a:ext cx="5349240" cy="3794760"/>
          </a:xfrm>
          <a:prstGeom prst="roundRect">
            <a:avLst>
              <a:gd name="adj" fmla="val 192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3796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Demo</a:t>
            </a:r>
            <a:endParaRPr lang="en-US" sz="1800" dirty="0"/>
          </a:p>
        </p:txBody>
      </p:sp>
      <p:sp>
        <p:nvSpPr>
          <p:cNvPr id="12" name="pill"/>
          <p:cNvSpPr/>
          <p:nvPr/>
        </p:nvSpPr>
        <p:spPr>
          <a:xfrm>
            <a:off x="10392156" y="1920240"/>
            <a:ext cx="946404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392156" y="1920240"/>
            <a:ext cx="94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tx1"/>
                </a:solidFill>
              </a:rPr>
              <a:t>1 TABEL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242316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schedule_slots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station_id  -&gt; stations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show_id     -&gt; shows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day_of_week, starts_at, ends_at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host_show (show_id, host_id)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537960" y="4572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Stasiun baru cukup satu baris. Foreign key menjaga relasi.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Migrasi tanpa downtime: isi tabel baru dari tabel lama, view per kota untuk API lama, pindahkan pembaca satu per satu.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Waktu sebagai angka, bukan teks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Di produksi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1945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senin-jumat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154680" y="219456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154680" y="21945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Senin- Jumat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283464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834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Monday-Friday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154680" y="283464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154680" y="2834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6:00 AM - 10:00 AM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47472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4747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08.00-09.00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154680" y="347472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154680" y="34747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20:00-24:00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852160" y="3108960"/>
            <a:ext cx="82296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694944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Di demo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949440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450</a:t>
            </a:r>
            <a:endParaRPr lang="en-US" sz="4800" dirty="0"/>
          </a:p>
        </p:txBody>
      </p:sp>
      <p:sp>
        <p:nvSpPr>
          <p:cNvPr id="20" name="Text 17"/>
          <p:cNvSpPr txBox="1"/>
          <p:nvPr/>
        </p:nvSpPr>
        <p:spPr>
          <a:xfrm>
            <a:off x="6949440" y="3063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menit = 07:30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326880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1440</a:t>
            </a:r>
            <a:endParaRPr lang="en-US" sz="4800" dirty="0"/>
          </a:p>
        </p:txBody>
      </p:sp>
      <p:sp>
        <p:nvSpPr>
          <p:cNvPr id="22" name="Text 19"/>
          <p:cNvSpPr txBox="1"/>
          <p:nvPr/>
        </p:nvSpPr>
        <p:spPr>
          <a:xfrm>
            <a:off x="9326880" y="3063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menit = 24:00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949440" y="35661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day_of_week 1-7 (ISO), satu baris per hari. Form hanya menerima HH:MM.</a:t>
            </a:r>
            <a:endParaRPr lang="en-US" sz="1400" dirty="0"/>
          </a:p>
        </p:txBody>
      </p:sp>
      <p:sp>
        <p:nvSpPr>
          <p:cNvPr id="24" name="panel"/>
          <p:cNvSpPr/>
          <p:nvPr/>
        </p:nvSpPr>
        <p:spPr>
          <a:xfrm>
            <a:off x="548640" y="4526280"/>
            <a:ext cx="11064240" cy="155448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2960" y="4709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Bentrok jika masing-masing mulai sebelum yang lain selesai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822960" y="51663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starts_at &lt; :end  AND  ends_at &gt; :start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" y="56235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Bersentuhan (10:00 lalu 10:00) boleh.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Aturan bentrok saat menyimpan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26517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00:00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2628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06:00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12:00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900684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18:00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8813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24:00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011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Senin, Jakarta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2651760" y="2011680"/>
            <a:ext cx="8961120" cy="4572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910328" y="2057400"/>
            <a:ext cx="1456944" cy="36576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946904" y="2011680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Pagi Jakarta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403848" y="2057400"/>
            <a:ext cx="1083564" cy="36576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40424" y="2011680"/>
            <a:ext cx="1028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Jam Makan Siang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2788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Baru 09:00-11:00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651760" y="2788920"/>
            <a:ext cx="8961120" cy="4572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030468" y="2834640"/>
            <a:ext cx="710184" cy="36576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067044" y="2788920"/>
            <a:ext cx="655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Ngobrol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651760" y="331927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Ditolak: bentrok dengan "Pagi Jakarta" (06:00 - 10:00)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3749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Baru 13:00-14:00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651760" y="3749040"/>
            <a:ext cx="8961120" cy="4572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523988" y="3794760"/>
            <a:ext cx="336804" cy="365760"/>
          </a:xfrm>
          <a:prstGeom prst="roundRect">
            <a:avLst>
              <a:gd name="adj" fmla="val 13575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560564" y="3749040"/>
            <a:ext cx="281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OK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2651760" y="427939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Boleh: mulai tepat saat program sebelumnya selesai</a:t>
            </a:r>
            <a:endParaRPr lang="en-US" sz="1300" dirty="0"/>
          </a:p>
        </p:txBody>
      </p:sp>
      <p:sp>
        <p:nvSpPr>
          <p:cNvPr id="25" name="panel"/>
          <p:cNvSpPr/>
          <p:nvPr/>
        </p:nvSpPr>
        <p:spPr>
          <a:xfrm>
            <a:off x="548640" y="4754880"/>
            <a:ext cx="352044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77240" y="4983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5104181"/>
            <a:ext cx="261518" cy="261518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463040" y="4937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Pesan yang jelas</a:t>
            </a:r>
            <a:endParaRPr lang="en-US" sz="1500" dirty="0"/>
          </a:p>
        </p:txBody>
      </p:sp>
      <p:sp>
        <p:nvSpPr>
          <p:cNvPr id="29" name="Text 25"/>
          <p:cNvSpPr txBox="1"/>
          <p:nvPr/>
        </p:nvSpPr>
        <p:spPr>
          <a:xfrm>
            <a:off x="1463040" y="53218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Hari, jam, dan program yang menghalangi.</a:t>
            </a:r>
            <a:endParaRPr lang="en-US" sz="1300" dirty="0"/>
          </a:p>
        </p:txBody>
      </p:sp>
      <p:sp>
        <p:nvSpPr>
          <p:cNvPr id="30" name="panel"/>
          <p:cNvSpPr/>
          <p:nvPr/>
        </p:nvSpPr>
        <p:spPr>
          <a:xfrm>
            <a:off x="4297680" y="4754880"/>
            <a:ext cx="352044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526280" y="4983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981" y="5104181"/>
            <a:ext cx="261518" cy="261518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5212080" y="4937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Semua hari atau tidak</a:t>
            </a:r>
            <a:endParaRPr lang="en-US" sz="1500" dirty="0"/>
          </a:p>
        </p:txBody>
      </p:sp>
      <p:sp>
        <p:nvSpPr>
          <p:cNvPr id="34" name="Text 29"/>
          <p:cNvSpPr txBox="1"/>
          <p:nvPr/>
        </p:nvSpPr>
        <p:spPr>
          <a:xfrm>
            <a:off x="5212080" y="53218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Senin-Jumat dalam satu transaksi.</a:t>
            </a:r>
            <a:endParaRPr lang="en-US" sz="1300" dirty="0"/>
          </a:p>
        </p:txBody>
      </p:sp>
      <p:sp>
        <p:nvSpPr>
          <p:cNvPr id="35" name="panel"/>
          <p:cNvSpPr/>
          <p:nvPr/>
        </p:nvSpPr>
        <p:spPr>
          <a:xfrm>
            <a:off x="8046720" y="4754880"/>
            <a:ext cx="352044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8275320" y="4983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6021" y="5104181"/>
            <a:ext cx="261518" cy="261518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8961120" y="4937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Lewat tengah malam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8961120" y="53218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Dua slot: sampai 24:00, lalu dari 00:00.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Mengudara, berikutnya, dan jam kosong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00:00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294894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06:00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71500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12:00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84810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18:00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8813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24:00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2011680"/>
            <a:ext cx="11064240" cy="594360"/>
          </a:xfrm>
          <a:prstGeom prst="roundRect">
            <a:avLst>
              <a:gd name="adj" fmla="val 9231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332988" y="2057400"/>
            <a:ext cx="1807464" cy="50292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369564" y="201168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Pagi Banten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943088" y="2057400"/>
            <a:ext cx="1346454" cy="50292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979664" y="2011680"/>
            <a:ext cx="129159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Jalan Pulang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467225" y="1901952"/>
            <a:ext cx="914" cy="813816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2743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XChannel Banten, Senin 08:30. Garis merah = sekarang; abu-abu = musik otomatis.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6576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3811219"/>
            <a:ext cx="332842" cy="33284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4864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Mengudara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49834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Slot hari ini dengan mulai &lt;= sekarang &lt; selesai. Satu query ber-index.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4297680" y="36576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1299" y="3811219"/>
            <a:ext cx="332842" cy="33284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29768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Berikutnya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4297680" y="49834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Slot pertama setelah sekarang, lanjut ke hari berikutnya sampai seminggu.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8046720" y="36576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0339" y="3811219"/>
            <a:ext cx="332842" cy="33284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04672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Jam kosong</a:t>
            </a:r>
            <a:endParaRPr lang="en-US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8046720" y="49834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Dihitung dari jadwal, tidak disimpan. Jam siaran per stasiun dari 168 jam.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Trade-off yang saya pilih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931920"/>
                <a:gridCol w="3840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0313E"/>
                          </a:solidFill>
                        </a:rPr>
                        <a:t>Keputusan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7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0313E"/>
                          </a:solidFill>
                        </a:rPr>
                        <a:t>Kenapa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7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0313E"/>
                          </a:solidFill>
                        </a:rPr>
                        <a:t>Harganya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7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Menit sejak tengah malam, bukan kolom TIME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24:00 valid; cek bentrok jadi perbandingan integer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Setiap tampilan harus mengonversi (Clock::format)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Program lewat tengah malam dipecah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Satu slot = satu hari, semua query tetap sederhana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Begadang Jumat jadi dua baris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Co-host dihitung satu slot penuh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Keduanya bekerja selama slot itu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Total per penyiar lebih besar dari total per stasiun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Nonaktifkan, bukan hapus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Riwayat jadwal tetap utuh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Daftar perlu filter aktif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Kenapa stack ini, dan apa alternatifnya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84048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0313E"/>
                          </a:solidFill>
                        </a:rPr>
                        <a:t>Pilihan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7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0313E"/>
                          </a:solidFill>
                        </a:rPr>
                        <a:t>Kenapa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7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0313E"/>
                          </a:solidFill>
                        </a:rPr>
                        <a:t>Alternatif yang saya pertimbangkan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7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Laravel 10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Sama dengan produksi; form dan validasi cepat dibuat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Admin generator (Filament): lebih cepat, tapi aturan jadwal tersebar di konfigurasi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MySQL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Database produksi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PostgreSQL punya exclusion constraint yang bisa mencegah bentrok di database. Tidak dipakai supaya sama dengan produksi; aturannya di service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Blade + Tailwind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Timeline cukup HTML dan CSS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Vue atau React: tidak perlu untuk halaman admin ini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PHPUnit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19 feature test pada aturan jadwal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Pest: soal selera; PHPUnit sudah bawaan Laravel 10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Cek bentrok dalam satu query</a:t>
            </a:r>
            <a:endParaRPr lang="en-US" sz="3200" dirty="0"/>
          </a:p>
        </p:txBody>
      </p:sp>
      <p:sp>
        <p:nvSpPr>
          <p:cNvPr id="4" name="panel"/>
          <p:cNvSpPr/>
          <p:nvPr/>
        </p:nvSpPr>
        <p:spPr>
          <a:xfrm>
            <a:off x="548640" y="1691640"/>
            <a:ext cx="6858000" cy="4434840"/>
          </a:xfrm>
          <a:prstGeom prst="roundRect">
            <a:avLst>
              <a:gd name="adj" fmla="val 1649"/>
            </a:avLst>
          </a:prstGeom>
          <a:solidFill>
            <a:srgbClr val="101114"/>
          </a:solidFill>
          <a:ln w="12700">
            <a:solidFill>
              <a:srgbClr val="10111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function clash(int $stationId, Day $day,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$start, int $end, ?int $ignoreId = null)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Two ranges overlap when each one starts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before the other ends. Touching is fine.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ScheduleSlot::with('show')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-&gt;where('station_id', $stationId)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-&gt;where('day_of_week', $day-&gt;value)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-&gt;where('starts_at', '&lt;', $end)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-&gt;where('ends_at', '&gt;', $start)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-&gt;when($ignoreId, fn ($q) =&gt;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$q-&gt;whereKeyNot($ignoreId))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-&gt;first();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772400" y="1737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Aturan di satu service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21488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Bentrok, simpan, pindah, mengudara, berikutnya, jam kosong.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3200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Enum, bukan angka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36118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Day (ISO 1-7), StreamStatus.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4663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Controller tipis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50749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FormRequest untuk validasi, Clock untuk jam.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Demo: dashboard, jadwal, slot yang ditolak</a:t>
            </a:r>
            <a:endParaRPr lang="en-US" sz="3200" dirty="0"/>
          </a:p>
        </p:txBody>
      </p:sp>
      <p:pic>
        <p:nvPicPr>
          <p:cNvPr id="4" name="dashboard" descr="/workspaces/.xc-work/assets/xchannel/d-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5486400" cy="4229100"/>
          </a:xfrm>
          <a:prstGeom prst="rect">
            <a:avLst/>
          </a:prstGeom>
        </p:spPr>
      </p:pic>
      <p:pic>
        <p:nvPicPr>
          <p:cNvPr id="5" name="station week" descr="/workspaces/.xc-work/assets/xchannel/d-st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91640"/>
            <a:ext cx="5349240" cy="2191703"/>
          </a:xfrm>
          <a:prstGeom prst="rect">
            <a:avLst/>
          </a:prstGeom>
        </p:spPr>
      </p:pic>
      <p:pic>
        <p:nvPicPr>
          <p:cNvPr id="6" name="clash error" descr="/workspaces/.xc-work/assets/xchannel/d-cla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4069080"/>
            <a:ext cx="5349240" cy="1968818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548640" y="6035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Dashboard: mengudara dan jam siaran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Yang belum selesai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40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0313E"/>
                          </a:solidFill>
                        </a:rPr>
                        <a:t>Yang belum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7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0313E"/>
                          </a:solidFill>
                        </a:rPr>
                        <a:t>Langkah pertama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7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Produksi masih satu tabel per kota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Isi schedule_slots dari tabel lama, buat view per kota untuk API lama, lalu pindahkan pembaca bertahap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Semua jam dianggap WIB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Kolom zona waktu di stations, untuk stasiun di WITA atau WIT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Belum ada jadwal khusus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Tabel pengganti per tanggal (libur, siaran khusus) di atas pola mingguan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Status stream diisi manual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Health check stream yang mengisi live / idle / offline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Link demo, slide, dan produk asli</a:t>
            </a:r>
            <a:endParaRPr lang="en-US" sz="3200" dirty="0"/>
          </a:p>
        </p:txBody>
      </p:sp>
      <p:sp>
        <p:nvSpPr>
          <p:cNvPr id="4" name="panel"/>
          <p:cNvSpPr/>
          <p:nvPr/>
        </p:nvSpPr>
        <p:spPr>
          <a:xfrm>
            <a:off x="548640" y="182880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82880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Demo online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291840" y="182880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</a:t>
            </a:r>
            <a:endParaRPr lang="en-US" sz="1600" dirty="0"/>
          </a:p>
        </p:txBody>
      </p:sp>
      <p:sp>
        <p:nvSpPr>
          <p:cNvPr id="7" name="panel"/>
          <p:cNvSpPr/>
          <p:nvPr/>
        </p:nvSpPr>
        <p:spPr>
          <a:xfrm>
            <a:off x="548640" y="260604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26060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Slides (PDF)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291840" y="260604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https://xchannel-dashboard-demo.vercel.app/xchannel-presentasi.pdf</a:t>
            </a:r>
            <a:endParaRPr lang="en-US" sz="1600" dirty="0"/>
          </a:p>
        </p:txBody>
      </p:sp>
      <p:sp>
        <p:nvSpPr>
          <p:cNvPr id="10" name="panel"/>
          <p:cNvSpPr/>
          <p:nvPr/>
        </p:nvSpPr>
        <p:spPr>
          <a:xfrm>
            <a:off x="548640" y="338328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338328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Slides (PPTX)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291840" y="338328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https://xchannel-dashboard-demo.vercel.app/xchannel-presentasi.pptx</a:t>
            </a:r>
            <a:endParaRPr lang="en-US" sz="1600" dirty="0"/>
          </a:p>
        </p:txBody>
      </p:sp>
      <p:sp>
        <p:nvSpPr>
          <p:cNvPr id="13" name="panel"/>
          <p:cNvSpPr/>
          <p:nvPr/>
        </p:nvSpPr>
        <p:spPr>
          <a:xfrm>
            <a:off x="548640" y="416052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416052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Produk asli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291840" y="416052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https://xchannel.id/radio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Kode demo ada di repo GitHub privat; akses diberikan saat wawancara. Dashboard tersedia dalam Bahasa Indonesia dan English, dan datanya dipulihkan setiap 3 jam.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XChannel On Air">
  <a:themeElements>
    <a:clrScheme name="XChannel On Air">
      <a:dk1>
        <a:srgbClr val="16171B"/>
      </a:dk1>
      <a:lt1>
        <a:srgbClr val="FFFFFF"/>
      </a:lt1>
      <a:dk2>
        <a:srgbClr val="25272E"/>
      </a:dk2>
      <a:lt2>
        <a:srgbClr val="AEB2BC"/>
      </a:lt2>
      <a:accent1>
        <a:srgbClr val="E0313E"/>
      </a:accent1>
      <a:accent2>
        <a:srgbClr val="F2A93B"/>
      </a:accent2>
      <a:accent3>
        <a:srgbClr val="35B57C"/>
      </a:accent3>
      <a:accent4>
        <a:srgbClr val="3A3D46"/>
      </a:accent4>
      <a:accent5>
        <a:srgbClr val="6E7383"/>
      </a:accent5>
      <a:accent6>
        <a:srgbClr val="D3D6DC"/>
      </a:accent6>
      <a:hlink>
        <a:srgbClr val="FF8A93"/>
      </a:hlink>
      <a:folHlink>
        <a:srgbClr val="D3D6DC"/>
      </a:folHlink>
    </a:clrScheme>
    <a:fontScheme name="XChannel On Ai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XChannel: dashboard jadwal siaran radio</dc:title>
  <dc:subject>PptxGenJS Presentation</dc:subject>
  <dc:creator>Enrico Saputra</dc:creator>
  <cp:lastModifiedBy>Enrico Saputra</cp:lastModifiedBy>
  <cp:revision>1</cp:revision>
  <dcterms:created xsi:type="dcterms:W3CDTF">2026-10-20T04:45:22Z</dcterms:created>
  <dcterms:modified xsi:type="dcterms:W3CDTF">2026-10-20T04:45:22Z</dcterms:modified>
</cp:coreProperties>
</file>