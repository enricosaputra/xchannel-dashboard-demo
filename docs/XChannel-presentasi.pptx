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04491aff-65cb-3ea9-379b-28816d49ddca}">
          <p14:sldIdLst>
            <p14:sldId id="256"/>
          </p14:sldIdLst>
        </p14:section>
        <p14:section name="Produk" id="{4b2a8978-8d27-c562-472c-c87eed5e2322}">
          <p14:sldIdLst>
            <p14:sldId id="257"/>
            <p14:sldId id="258"/>
          </p14:sldIdLst>
        </p14:section>
        <p14:section name="Desain sistem" id="{62e9231b-75c5-2327-e003-5b36229823b4}">
          <p14:sldIdLst>
            <p14:sldId id="259"/>
            <p14:sldId id="260"/>
            <p14:sldId id="261"/>
          </p14:sldIdLst>
        </p14:section>
        <p14:section name="Aturan jadwal" id="{955f904c-a13b-1c68-fed3-5c369251867c}">
          <p14:sldIdLst>
            <p14:sldId id="262"/>
            <p14:sldId id="263"/>
            <p14:sldId id="264"/>
            <p14:sldId id="265"/>
          </p14:sldIdLst>
        </p14:section>
        <p14:section name="Kode" id="{9724f9a9-f1de-3f1e-7059-e6ae318e3f82}">
          <p14:sldIdLst>
            <p14:sldId id="266"/>
            <p14:sldId id="267"/>
            <p14:sldId id="268"/>
          </p14:sldIdLst>
        </p14:section>
        <p14:section name="Penutup" id="{8759af48-4c0c-c5e3-4664-d4ed230840c5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XChannel adalah radio lokal di beberapa kota. Saya mengerjakan dashboard Laravel-nya. Kode asli di bawah NDA, jadi saya membangun ulang bagian radionya dengan data karangan.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halaman Xradio: daftar stasiun dan program yang sedang diputar. Semua itu datang dari data yang diatur di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dashboard adalah alat kerja tim siaran, bukan aplikasi pendengar. Angka 7 ke 1 adalah inti cerita desainnya.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menulis, aplikasi membaca lewat API. Karena itu aturan jadwal dijaga saat data disimpan, bukan saat dibaca.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schedule_slots adalah pusatnya. Indeks (station_id, day_of_week, starts_at) melayani cek bentrok dan query mengudara.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poin desain paling kuat. Struktur kolomnya sama persis; yang berbeda hanya stasiunnya. Itu data, bukan skema.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contoh di kiri benar-benar ada di data produksi. Kolom TIME tidak dipakai karena 24:00 tidak valid di sana.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langsung: Jakarta, Senin sampai Rabu 09:00-11:00. Ditolak dengan nama program yang menghalangi, dan tidak ada hari yang tersimpan.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punya pemilih hari dan jam. Pilih Jumat 21:00: Banten sedang memutar musik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Siapkan alasan dan harga dari setiap keputusan. Contoh: pisah di tengah malam berarti dua baris untuk program larut malam.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Sama dengan produksi: Laravel dan MySQL. Demo online memakai Neon PostgreSQL karena gratis tanpa kartu kredit.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app/Services/ScheduleService.php di repo demo. Buka di layar kalau mereka ingin melihat.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demo: dashboard pada Jumat 21:00, lalu jadwal mingguan Surabaya, lalu coba tambah slot yang bentrok.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Pilih satu atau dua yang paling siap dibahas.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link. Tawarkan untuk membuka demo atau kode di layar.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XChannel  ·  Enrico Saputra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xchannel-dashboard-demo.vercel.app" TargetMode="External"/><Relationship Id="rId2" Type="http://schemas.openxmlformats.org/officeDocument/2006/relationships/hyperlink" Target="https://xchannel-dashboard-demo.vercel.app/xchannel-presentasi.pdf" TargetMode="External"/><Relationship Id="rId3" Type="http://schemas.openxmlformats.org/officeDocument/2006/relationships/hyperlink" Target="https://xchannel-dashboard-demo.vercel.app/xchannel-presentasi.pptx" TargetMode="External"/><Relationship Id="rId4" Type="http://schemas.openxmlformats.org/officeDocument/2006/relationships/hyperlink" Target="https://xchannel.id/radio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Xradio page" descr="/workspaces/.xc-work/assets/xchannel/radio-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ill"/>
          <p:cNvSpPr/>
          <p:nvPr/>
        </p:nvSpPr>
        <p:spPr>
          <a:xfrm>
            <a:off x="640080" y="1417320"/>
            <a:ext cx="200253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XRADIO · DASHBOARD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XChannel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089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Jadwal siaran untuk radio lokal di beberapa kota, dan desain sistem di baliknya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Enrico Saputra  ·  Backend developer, dashboard Laravel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532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Kode dan data klien bersifat rahasia. Demo membangun ulang bagian radio dari dashboard di atas model data asli, dengan data karangan.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33045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PRODUK ASLI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xchannel.id, sisi yang dilihat pendengar</a:t>
            </a:r>
            <a:endParaRPr lang="en-US" sz="3200" dirty="0"/>
          </a:p>
        </p:txBody>
      </p:sp>
      <p:pic>
        <p:nvPicPr>
          <p:cNvPr id="6" name="xchannel.id home" descr="/workspaces/.xc-work/assets/xchannel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2669085"/>
          </a:xfrm>
          <a:prstGeom prst="rect">
            <a:avLst/>
          </a:prstGeom>
        </p:spPr>
      </p:pic>
      <p:pic>
        <p:nvPicPr>
          <p:cNvPr id="7" name="xchannel.id radio" descr="/workspaces/.xc-work/assets/xchannel/ra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91640"/>
            <a:ext cx="5394960" cy="266908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Beranda: radio, podcast, people, dan berita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245352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Xradio: stasiun per kota dan program yang sedang diputar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Stasiun, program, penyiar, dan jadwal di halaman Xradio diatur dari dashboard Laravel. Bagian itulah yang dibangun ulang di demo ini.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Tangkapan layar xchannel.id, Oktober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PERAN SAYA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Satu dashboard, banyak stasiun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Aplikasi XChannel memutar stream tiap stasiun dan menampilkan program yang sedang mengudara. Tim siaran mengatur semuanya dari dashboard.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Yang saya kerjakan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Stasiun: kota, frekuensi, URL dan status stream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Program dan penyiar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Jadwal mingguan per stasiun, yang dibaca aplikasi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Podcast, tangga lagu, video, berita: dashboard yang sama, di luar demo ini</a:t>
            </a:r>
            <a:endParaRPr lang="en-US" sz="1500" dirty="0"/>
          </a:p>
        </p:txBody>
      </p:sp>
      <p:sp>
        <p:nvSpPr>
          <p:cNvPr id="9" name="panel"/>
          <p:cNvSpPr/>
          <p:nvPr/>
        </p:nvSpPr>
        <p:spPr>
          <a:xfrm>
            <a:off x="7223760" y="1691640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16916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1691640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stasiun di xchannel.id hari ini</a:t>
            </a:r>
            <a:endParaRPr lang="en-US" sz="1400" dirty="0"/>
          </a:p>
        </p:txBody>
      </p:sp>
      <p:sp>
        <p:nvSpPr>
          <p:cNvPr id="12" name="panel"/>
          <p:cNvSpPr/>
          <p:nvPr/>
        </p:nvSpPr>
        <p:spPr>
          <a:xfrm>
            <a:off x="7223760" y="3172968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3172968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 → 1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3172968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tabel jadwal per kota menjadi satu tabel</a:t>
            </a:r>
            <a:endParaRPr lang="en-US" sz="1400" dirty="0"/>
          </a:p>
        </p:txBody>
      </p:sp>
      <p:sp>
        <p:nvSpPr>
          <p:cNvPr id="15" name="panel"/>
          <p:cNvSpPr/>
          <p:nvPr/>
        </p:nvSpPr>
        <p:spPr>
          <a:xfrm>
            <a:off x="7223760" y="4654296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4654296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24/7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9418320" y="4654296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jam kosong diisi musik otomatis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ARSITEKTUR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Satu database, dua pembaca</a:t>
            </a:r>
            <a:endParaRPr lang="en-US" sz="3200" dirty="0"/>
          </a:p>
        </p:txBody>
      </p:sp>
      <p:sp>
        <p:nvSpPr>
          <p:cNvPr id="6" name="panel"/>
          <p:cNvSpPr/>
          <p:nvPr/>
        </p:nvSpPr>
        <p:spPr>
          <a:xfrm>
            <a:off x="731520" y="178308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Aplikasi XChannel</a:t>
            </a:r>
            <a:endParaRPr lang="en-US" sz="1500" dirty="0"/>
          </a:p>
        </p:txBody>
      </p:sp>
      <p:sp>
        <p:nvSpPr>
          <p:cNvPr id="8" name="panel"/>
          <p:cNvSpPr/>
          <p:nvPr/>
        </p:nvSpPr>
        <p:spPr>
          <a:xfrm>
            <a:off x="3931920" y="178308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</a:t>
            </a:r>
            <a:endParaRPr lang="en-US" sz="1500" dirty="0"/>
          </a:p>
        </p:txBody>
      </p:sp>
      <p:sp>
        <p:nvSpPr>
          <p:cNvPr id="10" name="panel"/>
          <p:cNvSpPr/>
          <p:nvPr/>
        </p:nvSpPr>
        <p:spPr>
          <a:xfrm>
            <a:off x="6766560" y="260604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MySQL</a:t>
            </a:r>
            <a:endParaRPr lang="en-US" sz="1500" dirty="0"/>
          </a:p>
        </p:txBody>
      </p:sp>
      <p:sp>
        <p:nvSpPr>
          <p:cNvPr id="12" name="panel"/>
          <p:cNvSpPr/>
          <p:nvPr/>
        </p:nvSpPr>
        <p:spPr>
          <a:xfrm>
            <a:off x="9418320" y="26060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183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Dashboard Laravel</a:t>
            </a:r>
            <a:endParaRPr lang="en-US" sz="1500" dirty="0"/>
          </a:p>
        </p:txBody>
      </p:sp>
      <p:sp>
        <p:nvSpPr>
          <p:cNvPr id="14" name="panel"/>
          <p:cNvSpPr/>
          <p:nvPr/>
        </p:nvSpPr>
        <p:spPr>
          <a:xfrm>
            <a:off x="731520" y="342900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Stream radio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108960" y="214884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943600" y="2148840"/>
            <a:ext cx="82296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>
            <a:off x="8778240" y="3017520"/>
            <a:ext cx="6400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920240" y="2514600"/>
            <a:ext cx="914" cy="914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20" name="pill"/>
          <p:cNvSpPr/>
          <p:nvPr/>
        </p:nvSpPr>
        <p:spPr>
          <a:xfrm>
            <a:off x="9418320" y="2194560"/>
            <a:ext cx="1330452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418320" y="2194560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BAGIAN SAYA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Dashboard menulis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Stasiun, program, penyiar, dan jadwal.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Aplikasi membaca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"Apa yang mengudara sekarang?" lewat API.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Aturan saat simpan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Jadwal yang bentrok tidak pernah sampai ke pendengar.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MODEL DATA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Empat tabel dan satu pivot</a:t>
            </a:r>
            <a:endParaRPr lang="en-US" sz="3200" dirty="0"/>
          </a:p>
        </p:txBody>
      </p:sp>
      <p:sp>
        <p:nvSpPr>
          <p:cNvPr id="6" name="panel"/>
          <p:cNvSpPr/>
          <p:nvPr/>
        </p:nvSpPr>
        <p:spPr>
          <a:xfrm>
            <a:off x="54864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9" name="panel"/>
          <p:cNvSpPr/>
          <p:nvPr/>
        </p:nvSpPr>
        <p:spPr>
          <a:xfrm>
            <a:off x="470916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schedule_slots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station_id →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  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  1..7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   0..1440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ends_at      0..1440</a:t>
            </a:r>
            <a:endParaRPr lang="en-US" sz="1200" dirty="0"/>
          </a:p>
        </p:txBody>
      </p:sp>
      <p:sp>
        <p:nvSpPr>
          <p:cNvPr id="12" name="panel"/>
          <p:cNvSpPr/>
          <p:nvPr/>
        </p:nvSpPr>
        <p:spPr>
          <a:xfrm>
            <a:off x="886968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5256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shows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5" name="panel"/>
          <p:cNvSpPr/>
          <p:nvPr/>
        </p:nvSpPr>
        <p:spPr>
          <a:xfrm>
            <a:off x="8869680" y="39776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5256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bio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8" name="panel"/>
          <p:cNvSpPr/>
          <p:nvPr/>
        </p:nvSpPr>
        <p:spPr>
          <a:xfrm>
            <a:off x="4709160" y="42062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host_show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4709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host_id → hosts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9184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H="1">
            <a:off x="745236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452360" y="475488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 flipV="1">
            <a:off x="7452360" y="3108960"/>
            <a:ext cx="1417320" cy="1325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548640" y="4206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Program yang masih terjadwal tidak bisa dihapus, hanya dinonaktifkan (restrict on delete).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81051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PRODUKSI VS DEMO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Dari tabel per kota ke satu tabel</a:t>
            </a:r>
            <a:endParaRPr lang="en-US" sz="3200" dirty="0"/>
          </a:p>
        </p:txBody>
      </p:sp>
      <p:sp>
        <p:nvSpPr>
          <p:cNvPr id="6" name="panel"/>
          <p:cNvSpPr/>
          <p:nvPr/>
        </p:nvSpPr>
        <p:spPr>
          <a:xfrm>
            <a:off x="548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Produksi</a:t>
            </a:r>
            <a:endParaRPr lang="en-US" sz="1800" dirty="0"/>
          </a:p>
        </p:txBody>
      </p:sp>
      <p:sp>
        <p:nvSpPr>
          <p:cNvPr id="8" name="pill"/>
          <p:cNvSpPr/>
          <p:nvPr/>
        </p:nvSpPr>
        <p:spPr>
          <a:xfrm>
            <a:off x="4677156" y="192024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77156" y="192024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7 TABEL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radio.api_jadwal = 'jadwal_radio_woman'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jdwl_radio_bandung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jdwl_radio_surabaya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jdwl_radio_suramadu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judul_siaran, hari_siaran,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waktu_siaran, penyiar (text)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Stasiun baru berarti tabel baru. Satu nama tabel di api_jadwal tidak cocok dengan tabel aslinya.</a:t>
            </a:r>
            <a:endParaRPr lang="en-US" sz="1300" dirty="0"/>
          </a:p>
        </p:txBody>
      </p:sp>
      <p:sp>
        <p:nvSpPr>
          <p:cNvPr id="12" name="panel"/>
          <p:cNvSpPr/>
          <p:nvPr/>
        </p:nvSpPr>
        <p:spPr>
          <a:xfrm>
            <a:off x="6263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Demo</a:t>
            </a:r>
            <a:endParaRPr lang="en-US" sz="1800" dirty="0"/>
          </a:p>
        </p:txBody>
      </p:sp>
      <p:sp>
        <p:nvSpPr>
          <p:cNvPr id="14" name="pill"/>
          <p:cNvSpPr/>
          <p:nvPr/>
        </p:nvSpPr>
        <p:spPr>
          <a:xfrm>
            <a:off x="10392156" y="192024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392156" y="192024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1 TABEL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schedule_slots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station_id  -&gt;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show_id     -&gt;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day_of_week, starts_at, ends_at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host_show (show_id, host_id)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Stasiun baru cukup satu baris. Foreign key menjaga relasi.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Migrasi tanpa downtime: isi tabel baru dari tabel lama, view per kota untuk API lama, pindahkan pembaca satu per satu.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7543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75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WAKTU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Waktu sebagai angka, bukan teks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Di produksi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senin-jumat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468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468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 Jumat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Monday-Friday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5468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6:00 AM - 10:00 AM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08.00-09.00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15468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5468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20:00-24:00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310896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Di demo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450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menit = 07:30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1440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menit = 24:00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day_of_week 1-7 (ISO), satu baris per hari. Form hanya menerima HH:MM.</a:t>
            </a:r>
            <a:endParaRPr lang="en-US" sz="1400" dirty="0"/>
          </a:p>
        </p:txBody>
      </p:sp>
      <p:sp>
        <p:nvSpPr>
          <p:cNvPr id="26" name="panel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Bentrok jika masing-masing mulai sebelum yang lain selesai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166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&lt; :end  AND  ends_at &gt; :start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Bersentuhan (10:00 lalu 10:00) boleh.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BENTROK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Aturan bentrok saat menyimpan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Senin, Jakarta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651760" y="201168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0328" y="2057400"/>
            <a:ext cx="145694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46904" y="201168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Jakarta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3848" y="2057400"/>
            <a:ext cx="108356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0424" y="201168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Jam Makan Siang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Baru 09:00-11:00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651760" y="278892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0468" y="2834640"/>
            <a:ext cx="710184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67044" y="2788920"/>
            <a:ext cx="65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Ngobrol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33192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Ditolak: bentrok dengan "Pagi Jakarta" (06:00 - 10:00)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Baru 13:00-14:00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651760" y="374904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23988" y="3794760"/>
            <a:ext cx="336804" cy="365760"/>
          </a:xfrm>
          <a:prstGeom prst="roundRect">
            <a:avLst>
              <a:gd name="adj" fmla="val 1357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60564" y="3749040"/>
            <a:ext cx="281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OK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651760" y="427939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Boleh: mulai tepat saat program sebelumnya selesai</a:t>
            </a:r>
            <a:endParaRPr lang="en-US" sz="1300" dirty="0"/>
          </a:p>
        </p:txBody>
      </p:sp>
      <p:sp>
        <p:nvSpPr>
          <p:cNvPr id="27" name="panel"/>
          <p:cNvSpPr/>
          <p:nvPr/>
        </p:nvSpPr>
        <p:spPr>
          <a:xfrm>
            <a:off x="54864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104181"/>
            <a:ext cx="261518" cy="26151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46304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Pesan yang jelas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146304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Hari, jam, dan program yang menghalangi.</a:t>
            </a:r>
            <a:endParaRPr lang="en-US" sz="1300" dirty="0"/>
          </a:p>
        </p:txBody>
      </p:sp>
      <p:sp>
        <p:nvSpPr>
          <p:cNvPr id="32" name="panel"/>
          <p:cNvSpPr/>
          <p:nvPr/>
        </p:nvSpPr>
        <p:spPr>
          <a:xfrm>
            <a:off x="429768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52628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5104181"/>
            <a:ext cx="261518" cy="26151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21208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Semua hari atau tidak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521208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Senin-Jumat dalam satu transaksi.</a:t>
            </a:r>
            <a:endParaRPr lang="en-US" sz="1300" dirty="0"/>
          </a:p>
        </p:txBody>
      </p:sp>
      <p:sp>
        <p:nvSpPr>
          <p:cNvPr id="37" name="panel"/>
          <p:cNvSpPr/>
          <p:nvPr/>
        </p:nvSpPr>
        <p:spPr>
          <a:xfrm>
            <a:off x="804672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27532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5104181"/>
            <a:ext cx="261518" cy="26151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96112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Lewat tengah malam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896112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Dua slot: sampai 24:00, lalu dari 00:00.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0424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SEKARANG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Mengudara, berikutnya, dan jam kosong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9489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4810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11064240" cy="59436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2988" y="2057400"/>
            <a:ext cx="180746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9564" y="201168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Banten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43088" y="2057400"/>
            <a:ext cx="134645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79664" y="201168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Jalan Pulang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67225" y="1901952"/>
            <a:ext cx="914" cy="813816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XChannel Banten, Senin 08:30. Garis merah = sekarang; abu-abu = musik otomatis.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3811219"/>
            <a:ext cx="332842" cy="33284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864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Mengudara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Slot hari ini dengan mulai &lt;= sekarang &lt; selesai. Satu query ber-index.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29768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3811219"/>
            <a:ext cx="332842" cy="33284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9768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Berikutnya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429768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Slot pertama setelah sekarang, lanjut ke hari berikutnya sampai seminggu.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804672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39" y="381121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04672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Jam kosong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04672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Dihitung dari jadwal, tidak disimpan. Jam siaran per stasiun dari 168 jam.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13842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3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KEPUTUSAN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Keputusan yang layak dibahas</a:t>
            </a:r>
            <a:endParaRPr lang="en-US" sz="3200" dirty="0"/>
          </a:p>
        </p:txBody>
      </p:sp>
      <p:sp>
        <p:nvSpPr>
          <p:cNvPr id="6" name="panel"/>
          <p:cNvSpPr/>
          <p:nvPr/>
        </p:nvSpPr>
        <p:spPr>
          <a:xfrm>
            <a:off x="548640" y="173736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567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Menit, bukan TIME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606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24:00 tidak valid di kolom TIME. Integer sama di MySQL, PostgreSQL, SQLite.</a:t>
            </a:r>
            <a:endParaRPr lang="en-US" sz="1400" dirty="0"/>
          </a:p>
        </p:txBody>
      </p:sp>
      <p:sp>
        <p:nvSpPr>
          <p:cNvPr id="11" name="panel"/>
          <p:cNvSpPr/>
          <p:nvPr/>
        </p:nvSpPr>
        <p:spPr>
          <a:xfrm>
            <a:off x="6172200" y="173736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Pisah di tengah malam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2606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Satu slot satu hari, jadi semua query tetap sederhana.</a:t>
            </a:r>
            <a:endParaRPr lang="en-US" sz="1400" dirty="0"/>
          </a:p>
        </p:txBody>
      </p:sp>
      <p:sp>
        <p:nvSpPr>
          <p:cNvPr id="16" name="panel"/>
          <p:cNvSpPr/>
          <p:nvPr/>
        </p:nvSpPr>
        <p:spPr>
          <a:xfrm>
            <a:off x="548640" y="397764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49701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4343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Jam siaran co-host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783080" y="4846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Setiap penyiar dihitung satu slot penuh: keduanya bekerja.</a:t>
            </a:r>
            <a:endParaRPr lang="en-US" sz="1400" dirty="0"/>
          </a:p>
        </p:txBody>
      </p:sp>
      <p:sp>
        <p:nvSpPr>
          <p:cNvPr id="21" name="panel"/>
          <p:cNvSpPr/>
          <p:nvPr/>
        </p:nvSpPr>
        <p:spPr>
          <a:xfrm>
            <a:off x="6172200" y="397764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449701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06640" y="4343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Nonaktifkan, bukan hapus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406640" y="4846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Yang masih dipakai hanya bisa dinonaktifkan.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Tech stack dan alasannya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93669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Laravel 10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1783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Seperti produksi. Form, validasi, dan CRUD cepat; aturan tetap di satu service.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303397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880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MySQL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297680" y="2880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Database produksi. Tes di SQLite, demo online di PostgreSQL: kodenya tidak terikat satu database.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977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131259"/>
            <a:ext cx="332842" cy="33284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977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Blade + Tailwind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429768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Timeline jadwal hanya HTML dan CSS, tanpa JavaScript.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50749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5228539"/>
            <a:ext cx="332842" cy="33284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5074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PHPUnit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4297680" y="5074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19 feature test untuk aturan jadwal, bahasa, dan reset demo.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65836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KODE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Kode yang mudah dibaca</a:t>
            </a:r>
            <a:endParaRPr lang="en-US" sz="3200" dirty="0"/>
          </a:p>
        </p:txBody>
      </p:sp>
      <p:sp>
        <p:nvSpPr>
          <p:cNvPr id="6" name="panel"/>
          <p:cNvSpPr/>
          <p:nvPr/>
        </p:nvSpPr>
        <p:spPr>
          <a:xfrm>
            <a:off x="548640" y="1691640"/>
            <a:ext cx="6858000" cy="4434840"/>
          </a:xfrm>
          <a:prstGeom prst="roundRect">
            <a:avLst>
              <a:gd name="adj" fmla="val 1649"/>
            </a:avLst>
          </a:prstGeom>
          <a:solidFill>
            <a:srgbClr val="101114"/>
          </a:solidFill>
          <a:ln w="12700">
            <a:solidFill>
              <a:srgbClr val="1011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clash(int $stationId, Day $day,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$start, int $end, ?int $ignoreId = 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Two ranges overlap when each one starts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before the other ends. Touching is fine.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ScheduleSlot::with('show')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-&gt;where('station_id', $stationId)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-&gt;where('day_of_week', $day-&gt;value)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-&gt;where('starts_at', '&lt;', $end)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-&gt;where('ends_at', '&gt;', $start)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-&gt;when($ignoreId, fn ($q) =&gt;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$q-&gt;whereKeyNot($ignoreId))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-&gt;first();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Aturan di satu service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Bentrok, simpan, pindah, mengudara, berikutnya, jam kosong.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Enum, bukan angka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Day (ISO 1-7), StreamStatus.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663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Controller tipis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074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FormRequest untuk validasi, Clock untuk jam.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65836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DEMO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Aplikasi demo</a:t>
            </a:r>
            <a:endParaRPr lang="en-US" sz="3200" dirty="0"/>
          </a:p>
        </p:txBody>
      </p:sp>
      <p:pic>
        <p:nvPicPr>
          <p:cNvPr id="6" name="dashboard" descr="/workspaces/.xc-work/assets/xchannel/d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486400" cy="4229100"/>
          </a:xfrm>
          <a:prstGeom prst="rect">
            <a:avLst/>
          </a:prstGeom>
        </p:spPr>
      </p:pic>
      <p:pic>
        <p:nvPicPr>
          <p:cNvPr id="7" name="station week" descr="/workspaces/.xc-work/assets/xchannel/d-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49240" cy="2191703"/>
          </a:xfrm>
          <a:prstGeom prst="rect">
            <a:avLst/>
          </a:prstGeom>
        </p:spPr>
      </p:pic>
      <p:pic>
        <p:nvPicPr>
          <p:cNvPr id="8" name="clash error" descr="/workspaces/.xc-work/assets/xchannel/d-c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69080"/>
            <a:ext cx="5349240" cy="1968818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Dashboard: mengudara dan jam siaran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BERIKUTNYA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Yang akan saya tingkatkan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Migrasi ke satu tabel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783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View per kota untuk API lama, pembaca dipindah bertahap.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620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8620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Zona waktu per stasiun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86207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Untuk stasiun di WITA atau WIT.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94106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94106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Jadwal khusus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3941064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Libur dan siaran khusus tanpa mengubah pola mingguan.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02005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502005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Status stream otomatis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5020056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live / idle / offline dari health check.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320040"/>
            <a:ext cx="65836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COBA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Coba sendiri</a:t>
            </a:r>
            <a:endParaRPr lang="en-US" sz="3200" dirty="0"/>
          </a:p>
        </p:txBody>
      </p:sp>
      <p:sp>
        <p:nvSpPr>
          <p:cNvPr id="6" name="panel"/>
          <p:cNvSpPr/>
          <p:nvPr/>
        </p:nvSpPr>
        <p:spPr>
          <a:xfrm>
            <a:off x="548640" y="182880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Demo online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182880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</a:t>
            </a:r>
            <a:endParaRPr lang="en-US" sz="1600" dirty="0"/>
          </a:p>
        </p:txBody>
      </p:sp>
      <p:sp>
        <p:nvSpPr>
          <p:cNvPr id="9" name="panel"/>
          <p:cNvSpPr/>
          <p:nvPr/>
        </p:nvSpPr>
        <p:spPr>
          <a:xfrm>
            <a:off x="548640" y="260604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606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(PDF)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26060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https://xchannel-dashboard-demo.vercel.app/xchannel-presentasi.pdf</a:t>
            </a:r>
            <a:endParaRPr lang="en-US" sz="1600" dirty="0"/>
          </a:p>
        </p:txBody>
      </p:sp>
      <p:sp>
        <p:nvSpPr>
          <p:cNvPr id="12" name="panel"/>
          <p:cNvSpPr/>
          <p:nvPr/>
        </p:nvSpPr>
        <p:spPr>
          <a:xfrm>
            <a:off x="548640" y="338328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383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(PPTX)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33832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https://xchannel-dashboard-demo.vercel.app/xchannel-presentasi.pptx</a:t>
            </a:r>
            <a:endParaRPr lang="en-US" sz="1600" dirty="0"/>
          </a:p>
        </p:txBody>
      </p:sp>
      <p:sp>
        <p:nvSpPr>
          <p:cNvPr id="15" name="panel"/>
          <p:cNvSpPr/>
          <p:nvPr/>
        </p:nvSpPr>
        <p:spPr>
          <a:xfrm>
            <a:off x="548640" y="416052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1605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Produk asli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416052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https://xchannel.id/radio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Kode demo ada di repo GitHub privat; akses diberikan saat wawancara. Dashboard tersedia dalam Bahasa Indonesia dan English, dan datanya dipulihkan setiap 3 jam.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Channel On Air">
  <a:themeElements>
    <a:clrScheme name="XChannel On Air">
      <a:dk1>
        <a:srgbClr val="16171B"/>
      </a:dk1>
      <a:lt1>
        <a:srgbClr val="FFFFFF"/>
      </a:lt1>
      <a:dk2>
        <a:srgbClr val="25272E"/>
      </a:dk2>
      <a:lt2>
        <a:srgbClr val="AEB2BC"/>
      </a:lt2>
      <a:accent1>
        <a:srgbClr val="E0313E"/>
      </a:accent1>
      <a:accent2>
        <a:srgbClr val="F2A93B"/>
      </a:accent2>
      <a:accent3>
        <a:srgbClr val="35B57C"/>
      </a:accent3>
      <a:accent4>
        <a:srgbClr val="3A3D46"/>
      </a:accent4>
      <a:accent5>
        <a:srgbClr val="6E7383"/>
      </a:accent5>
      <a:accent6>
        <a:srgbClr val="D3D6DC"/>
      </a:accent6>
      <a:hlink>
        <a:srgbClr val="FF8A93"/>
      </a:hlink>
      <a:folHlink>
        <a:srgbClr val="D3D6DC"/>
      </a:folHlink>
    </a:clrScheme>
    <a:fontScheme name="XChannel On Ai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XChannel: dashboard jadwal siaran radio</dc:title>
  <dc:subject>PptxGenJS Presentation</dc:subject>
  <dc:creator>Enrico Saputra</dc:creator>
  <cp:lastModifiedBy>Enrico Saputra</cp:lastModifiedBy>
  <cp:revision>1</cp:revision>
  <dcterms:created xsi:type="dcterms:W3CDTF">2026-10-20T03:05:12Z</dcterms:created>
  <dcterms:modified xsi:type="dcterms:W3CDTF">2026-10-20T03:05:12Z</dcterms:modified>
</cp:coreProperties>
</file>